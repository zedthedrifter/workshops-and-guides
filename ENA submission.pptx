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61" r:id="rId5"/>
    <p:sldId id="258" r:id="rId6"/>
    <p:sldId id="262" r:id="rId7"/>
    <p:sldId id="259" r:id="rId8"/>
    <p:sldId id="260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71" r:id="rId17"/>
    <p:sldId id="273" r:id="rId18"/>
    <p:sldId id="276" r:id="rId19"/>
    <p:sldId id="277" r:id="rId20"/>
    <p:sldId id="280" r:id="rId21"/>
    <p:sldId id="281" r:id="rId22"/>
    <p:sldId id="282" r:id="rId23"/>
    <p:sldId id="272" r:id="rId24"/>
    <p:sldId id="274" r:id="rId25"/>
    <p:sldId id="283" r:id="rId26"/>
    <p:sldId id="278" r:id="rId27"/>
    <p:sldId id="279" r:id="rId28"/>
    <p:sldId id="275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38AC3-5810-4DB3-8632-CD9FCBDC0EE0}" v="76" dt="2026-04-17T11:22:01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d Chen" userId="b345aeec-2623-4d2a-83d2-603abc5a0165" providerId="ADAL" clId="{D0CC87AC-6335-4D75-A524-5F00DEBAFE40}"/>
    <pc:docChg chg="undo custSel addSld modSld sldOrd">
      <pc:chgData name="Zed Chen" userId="b345aeec-2623-4d2a-83d2-603abc5a0165" providerId="ADAL" clId="{D0CC87AC-6335-4D75-A524-5F00DEBAFE40}" dt="2026-04-17T11:26:20.076" v="6546" actId="20577"/>
      <pc:docMkLst>
        <pc:docMk/>
      </pc:docMkLst>
      <pc:sldChg chg="modSp new mod">
        <pc:chgData name="Zed Chen" userId="b345aeec-2623-4d2a-83d2-603abc5a0165" providerId="ADAL" clId="{D0CC87AC-6335-4D75-A524-5F00DEBAFE40}" dt="2026-04-17T08:48:27.175" v="66" actId="20577"/>
        <pc:sldMkLst>
          <pc:docMk/>
          <pc:sldMk cId="4002777388" sldId="256"/>
        </pc:sldMkLst>
        <pc:spChg chg="mod">
          <ac:chgData name="Zed Chen" userId="b345aeec-2623-4d2a-83d2-603abc5a0165" providerId="ADAL" clId="{D0CC87AC-6335-4D75-A524-5F00DEBAFE40}" dt="2026-04-17T08:48:17.182" v="46" actId="20577"/>
          <ac:spMkLst>
            <pc:docMk/>
            <pc:sldMk cId="4002777388" sldId="256"/>
            <ac:spMk id="2" creationId="{F1B8A20B-E179-1F87-C0D4-83FC4A1EEE61}"/>
          </ac:spMkLst>
        </pc:spChg>
        <pc:spChg chg="mod">
          <ac:chgData name="Zed Chen" userId="b345aeec-2623-4d2a-83d2-603abc5a0165" providerId="ADAL" clId="{D0CC87AC-6335-4D75-A524-5F00DEBAFE40}" dt="2026-04-17T08:48:27.175" v="66" actId="20577"/>
          <ac:spMkLst>
            <pc:docMk/>
            <pc:sldMk cId="4002777388" sldId="256"/>
            <ac:spMk id="3" creationId="{607064BB-2634-F5CF-9A02-3D80A837DD56}"/>
          </ac:spMkLst>
        </pc:spChg>
      </pc:sldChg>
      <pc:sldChg chg="addSp modSp new mod">
        <pc:chgData name="Zed Chen" userId="b345aeec-2623-4d2a-83d2-603abc5a0165" providerId="ADAL" clId="{D0CC87AC-6335-4D75-A524-5F00DEBAFE40}" dt="2026-04-17T08:50:26.507" v="229" actId="1076"/>
        <pc:sldMkLst>
          <pc:docMk/>
          <pc:sldMk cId="577791875" sldId="257"/>
        </pc:sldMkLst>
        <pc:spChg chg="mod">
          <ac:chgData name="Zed Chen" userId="b345aeec-2623-4d2a-83d2-603abc5a0165" providerId="ADAL" clId="{D0CC87AC-6335-4D75-A524-5F00DEBAFE40}" dt="2026-04-17T08:49:20.407" v="97" actId="20577"/>
          <ac:spMkLst>
            <pc:docMk/>
            <pc:sldMk cId="577791875" sldId="257"/>
            <ac:spMk id="2" creationId="{9AAEB6D8-E90F-6A75-13F7-66E27E8D80C5}"/>
          </ac:spMkLst>
        </pc:spChg>
        <pc:spChg chg="mod">
          <ac:chgData name="Zed Chen" userId="b345aeec-2623-4d2a-83d2-603abc5a0165" providerId="ADAL" clId="{D0CC87AC-6335-4D75-A524-5F00DEBAFE40}" dt="2026-04-17T08:49:48.093" v="220" actId="20577"/>
          <ac:spMkLst>
            <pc:docMk/>
            <pc:sldMk cId="577791875" sldId="257"/>
            <ac:spMk id="3" creationId="{62A9251A-6B49-5EBB-9F72-E919D7DCA504}"/>
          </ac:spMkLst>
        </pc:spChg>
        <pc:picChg chg="add mod modCrop">
          <ac:chgData name="Zed Chen" userId="b345aeec-2623-4d2a-83d2-603abc5a0165" providerId="ADAL" clId="{D0CC87AC-6335-4D75-A524-5F00DEBAFE40}" dt="2026-04-17T08:50:26.507" v="229" actId="1076"/>
          <ac:picMkLst>
            <pc:docMk/>
            <pc:sldMk cId="577791875" sldId="257"/>
            <ac:picMk id="5" creationId="{0F6B9567-375F-B7CA-E426-7F98FF6EE817}"/>
          </ac:picMkLst>
        </pc:picChg>
      </pc:sldChg>
      <pc:sldChg chg="addSp delSp modSp new mod ord">
        <pc:chgData name="Zed Chen" userId="b345aeec-2623-4d2a-83d2-603abc5a0165" providerId="ADAL" clId="{D0CC87AC-6335-4D75-A524-5F00DEBAFE40}" dt="2026-04-17T08:55:28.058" v="321"/>
        <pc:sldMkLst>
          <pc:docMk/>
          <pc:sldMk cId="1740646269" sldId="258"/>
        </pc:sldMkLst>
        <pc:spChg chg="mod">
          <ac:chgData name="Zed Chen" userId="b345aeec-2623-4d2a-83d2-603abc5a0165" providerId="ADAL" clId="{D0CC87AC-6335-4D75-A524-5F00DEBAFE40}" dt="2026-04-17T08:50:35.817" v="230"/>
          <ac:spMkLst>
            <pc:docMk/>
            <pc:sldMk cId="1740646269" sldId="258"/>
            <ac:spMk id="2" creationId="{72A8171D-CC3E-2A95-5231-2D1C7BD73D0D}"/>
          </ac:spMkLst>
        </pc:spChg>
        <pc:spChg chg="del">
          <ac:chgData name="Zed Chen" userId="b345aeec-2623-4d2a-83d2-603abc5a0165" providerId="ADAL" clId="{D0CC87AC-6335-4D75-A524-5F00DEBAFE40}" dt="2026-04-17T08:50:41.142" v="231" actId="22"/>
          <ac:spMkLst>
            <pc:docMk/>
            <pc:sldMk cId="1740646269" sldId="258"/>
            <ac:spMk id="3" creationId="{830BA185-FE7D-B7EA-898A-A15B34D17FCE}"/>
          </ac:spMkLst>
        </pc:spChg>
        <pc:spChg chg="add mod">
          <ac:chgData name="Zed Chen" userId="b345aeec-2623-4d2a-83d2-603abc5a0165" providerId="ADAL" clId="{D0CC87AC-6335-4D75-A524-5F00DEBAFE40}" dt="2026-04-17T08:52:16.308" v="312" actId="5793"/>
          <ac:spMkLst>
            <pc:docMk/>
            <pc:sldMk cId="1740646269" sldId="258"/>
            <ac:spMk id="6" creationId="{BF69B685-E55A-E858-DE5B-1FD84D0B5CA8}"/>
          </ac:spMkLst>
        </pc:spChg>
        <pc:spChg chg="add del mod">
          <ac:chgData name="Zed Chen" userId="b345aeec-2623-4d2a-83d2-603abc5a0165" providerId="ADAL" clId="{D0CC87AC-6335-4D75-A524-5F00DEBAFE40}" dt="2026-04-17T08:54:28.395" v="315" actId="22"/>
          <ac:spMkLst>
            <pc:docMk/>
            <pc:sldMk cId="1740646269" sldId="258"/>
            <ac:spMk id="8" creationId="{DDCF1734-1A44-B0CF-A3F4-2310410DE7BD}"/>
          </ac:spMkLst>
        </pc:spChg>
        <pc:picChg chg="add del mod ord modCrop">
          <ac:chgData name="Zed Chen" userId="b345aeec-2623-4d2a-83d2-603abc5a0165" providerId="ADAL" clId="{D0CC87AC-6335-4D75-A524-5F00DEBAFE40}" dt="2026-04-17T08:54:26.792" v="314" actId="478"/>
          <ac:picMkLst>
            <pc:docMk/>
            <pc:sldMk cId="1740646269" sldId="258"/>
            <ac:picMk id="5" creationId="{546BEBFA-6486-35DF-AC5A-7C4AA5BE29C1}"/>
          </ac:picMkLst>
        </pc:picChg>
        <pc:picChg chg="add mod ord modCrop">
          <ac:chgData name="Zed Chen" userId="b345aeec-2623-4d2a-83d2-603abc5a0165" providerId="ADAL" clId="{D0CC87AC-6335-4D75-A524-5F00DEBAFE40}" dt="2026-04-17T08:54:45.330" v="319" actId="14100"/>
          <ac:picMkLst>
            <pc:docMk/>
            <pc:sldMk cId="1740646269" sldId="258"/>
            <ac:picMk id="10" creationId="{FCE56F66-4152-DB0C-B95C-A6C8CDBF8ACA}"/>
          </ac:picMkLst>
        </pc:picChg>
      </pc:sldChg>
      <pc:sldChg chg="addSp delSp modSp new mod">
        <pc:chgData name="Zed Chen" userId="b345aeec-2623-4d2a-83d2-603abc5a0165" providerId="ADAL" clId="{D0CC87AC-6335-4D75-A524-5F00DEBAFE40}" dt="2026-04-17T08:57:34.770" v="461" actId="14100"/>
        <pc:sldMkLst>
          <pc:docMk/>
          <pc:sldMk cId="4123606407" sldId="259"/>
        </pc:sldMkLst>
        <pc:spChg chg="mod">
          <ac:chgData name="Zed Chen" userId="b345aeec-2623-4d2a-83d2-603abc5a0165" providerId="ADAL" clId="{D0CC87AC-6335-4D75-A524-5F00DEBAFE40}" dt="2026-04-17T08:57:01.016" v="456" actId="20577"/>
          <ac:spMkLst>
            <pc:docMk/>
            <pc:sldMk cId="4123606407" sldId="259"/>
            <ac:spMk id="2" creationId="{D34F1325-67E7-F5B5-F43C-78D156DA9C62}"/>
          </ac:spMkLst>
        </pc:spChg>
        <pc:spChg chg="del">
          <ac:chgData name="Zed Chen" userId="b345aeec-2623-4d2a-83d2-603abc5a0165" providerId="ADAL" clId="{D0CC87AC-6335-4D75-A524-5F00DEBAFE40}" dt="2026-04-17T08:57:18.941" v="457" actId="22"/>
          <ac:spMkLst>
            <pc:docMk/>
            <pc:sldMk cId="4123606407" sldId="259"/>
            <ac:spMk id="3" creationId="{B759416D-2ADA-46A6-CB3A-81E033AFE629}"/>
          </ac:spMkLst>
        </pc:spChg>
        <pc:picChg chg="add mod ord modCrop">
          <ac:chgData name="Zed Chen" userId="b345aeec-2623-4d2a-83d2-603abc5a0165" providerId="ADAL" clId="{D0CC87AC-6335-4D75-A524-5F00DEBAFE40}" dt="2026-04-17T08:57:34.770" v="461" actId="14100"/>
          <ac:picMkLst>
            <pc:docMk/>
            <pc:sldMk cId="4123606407" sldId="259"/>
            <ac:picMk id="5" creationId="{3AEEAB7F-E0AD-677D-C473-E1183BEA55BB}"/>
          </ac:picMkLst>
        </pc:picChg>
      </pc:sldChg>
      <pc:sldChg chg="modSp new mod">
        <pc:chgData name="Zed Chen" userId="b345aeec-2623-4d2a-83d2-603abc5a0165" providerId="ADAL" clId="{D0CC87AC-6335-4D75-A524-5F00DEBAFE40}" dt="2026-04-17T09:01:10.516" v="632" actId="20577"/>
        <pc:sldMkLst>
          <pc:docMk/>
          <pc:sldMk cId="785192499" sldId="260"/>
        </pc:sldMkLst>
        <pc:spChg chg="mod">
          <ac:chgData name="Zed Chen" userId="b345aeec-2623-4d2a-83d2-603abc5a0165" providerId="ADAL" clId="{D0CC87AC-6335-4D75-A524-5F00DEBAFE40}" dt="2026-04-17T08:57:55.919" v="480" actId="20577"/>
          <ac:spMkLst>
            <pc:docMk/>
            <pc:sldMk cId="785192499" sldId="260"/>
            <ac:spMk id="2" creationId="{C9A61B89-C4B5-4E2D-C611-7150AAAE106F}"/>
          </ac:spMkLst>
        </pc:spChg>
        <pc:spChg chg="mod">
          <ac:chgData name="Zed Chen" userId="b345aeec-2623-4d2a-83d2-603abc5a0165" providerId="ADAL" clId="{D0CC87AC-6335-4D75-A524-5F00DEBAFE40}" dt="2026-04-17T09:01:10.516" v="632" actId="20577"/>
          <ac:spMkLst>
            <pc:docMk/>
            <pc:sldMk cId="785192499" sldId="260"/>
            <ac:spMk id="3" creationId="{6B8C6B16-0887-43AB-AEE2-B6D605B0AD13}"/>
          </ac:spMkLst>
        </pc:spChg>
      </pc:sldChg>
      <pc:sldChg chg="add">
        <pc:chgData name="Zed Chen" userId="b345aeec-2623-4d2a-83d2-603abc5a0165" providerId="ADAL" clId="{D0CC87AC-6335-4D75-A524-5F00DEBAFE40}" dt="2026-04-17T08:52:25.475" v="313"/>
        <pc:sldMkLst>
          <pc:docMk/>
          <pc:sldMk cId="934581753" sldId="261"/>
        </pc:sldMkLst>
      </pc:sldChg>
      <pc:sldChg chg="addSp delSp modSp add mod">
        <pc:chgData name="Zed Chen" userId="b345aeec-2623-4d2a-83d2-603abc5a0165" providerId="ADAL" clId="{D0CC87AC-6335-4D75-A524-5F00DEBAFE40}" dt="2026-04-17T08:56:42.678" v="439" actId="20577"/>
        <pc:sldMkLst>
          <pc:docMk/>
          <pc:sldMk cId="467922978" sldId="262"/>
        </pc:sldMkLst>
        <pc:spChg chg="add del mod">
          <ac:chgData name="Zed Chen" userId="b345aeec-2623-4d2a-83d2-603abc5a0165" providerId="ADAL" clId="{D0CC87AC-6335-4D75-A524-5F00DEBAFE40}" dt="2026-04-17T08:55:42.565" v="324" actId="22"/>
          <ac:spMkLst>
            <pc:docMk/>
            <pc:sldMk cId="467922978" sldId="262"/>
            <ac:spMk id="4" creationId="{D7FF3486-4983-935F-6BF2-41A9E305C78B}"/>
          </ac:spMkLst>
        </pc:spChg>
        <pc:spChg chg="mod">
          <ac:chgData name="Zed Chen" userId="b345aeec-2623-4d2a-83d2-603abc5a0165" providerId="ADAL" clId="{D0CC87AC-6335-4D75-A524-5F00DEBAFE40}" dt="2026-04-17T08:56:42.678" v="439" actId="20577"/>
          <ac:spMkLst>
            <pc:docMk/>
            <pc:sldMk cId="467922978" sldId="262"/>
            <ac:spMk id="6" creationId="{84EE0BA2-3BFD-40D9-BD4F-FEAE1571A566}"/>
          </ac:spMkLst>
        </pc:spChg>
        <pc:picChg chg="add mod ord modCrop">
          <ac:chgData name="Zed Chen" userId="b345aeec-2623-4d2a-83d2-603abc5a0165" providerId="ADAL" clId="{D0CC87AC-6335-4D75-A524-5F00DEBAFE40}" dt="2026-04-17T08:55:58.324" v="328" actId="14100"/>
          <ac:picMkLst>
            <pc:docMk/>
            <pc:sldMk cId="467922978" sldId="262"/>
            <ac:picMk id="7" creationId="{8D461D12-0AA2-C4C9-67CB-8ECC6C1C938C}"/>
          </ac:picMkLst>
        </pc:picChg>
        <pc:picChg chg="del">
          <ac:chgData name="Zed Chen" userId="b345aeec-2623-4d2a-83d2-603abc5a0165" providerId="ADAL" clId="{D0CC87AC-6335-4D75-A524-5F00DEBAFE40}" dt="2026-04-17T08:55:40.940" v="323" actId="478"/>
          <ac:picMkLst>
            <pc:docMk/>
            <pc:sldMk cId="467922978" sldId="262"/>
            <ac:picMk id="10" creationId="{C4E1E7B3-2541-4632-E574-0172200BDADF}"/>
          </ac:picMkLst>
        </pc:picChg>
      </pc:sldChg>
      <pc:sldChg chg="modSp add mod">
        <pc:chgData name="Zed Chen" userId="b345aeec-2623-4d2a-83d2-603abc5a0165" providerId="ADAL" clId="{D0CC87AC-6335-4D75-A524-5F00DEBAFE40}" dt="2026-04-17T09:07:38.942" v="799" actId="20577"/>
        <pc:sldMkLst>
          <pc:docMk/>
          <pc:sldMk cId="2738717856" sldId="263"/>
        </pc:sldMkLst>
        <pc:spChg chg="mod">
          <ac:chgData name="Zed Chen" userId="b345aeec-2623-4d2a-83d2-603abc5a0165" providerId="ADAL" clId="{D0CC87AC-6335-4D75-A524-5F00DEBAFE40}" dt="2026-04-17T09:02:17.399" v="647" actId="20577"/>
          <ac:spMkLst>
            <pc:docMk/>
            <pc:sldMk cId="2738717856" sldId="263"/>
            <ac:spMk id="2" creationId="{3E2777B9-254A-4A0B-5BE5-FE7829ED8261}"/>
          </ac:spMkLst>
        </pc:spChg>
        <pc:spChg chg="mod">
          <ac:chgData name="Zed Chen" userId="b345aeec-2623-4d2a-83d2-603abc5a0165" providerId="ADAL" clId="{D0CC87AC-6335-4D75-A524-5F00DEBAFE40}" dt="2026-04-17T09:07:38.942" v="799" actId="20577"/>
          <ac:spMkLst>
            <pc:docMk/>
            <pc:sldMk cId="2738717856" sldId="263"/>
            <ac:spMk id="3" creationId="{EF132269-3690-E518-DA09-1BE911D86856}"/>
          </ac:spMkLst>
        </pc:spChg>
      </pc:sldChg>
      <pc:sldChg chg="addSp modSp new mod">
        <pc:chgData name="Zed Chen" userId="b345aeec-2623-4d2a-83d2-603abc5a0165" providerId="ADAL" clId="{D0CC87AC-6335-4D75-A524-5F00DEBAFE40}" dt="2026-04-17T09:18:14.676" v="1148" actId="14100"/>
        <pc:sldMkLst>
          <pc:docMk/>
          <pc:sldMk cId="1389024816" sldId="264"/>
        </pc:sldMkLst>
        <pc:spChg chg="mod">
          <ac:chgData name="Zed Chen" userId="b345aeec-2623-4d2a-83d2-603abc5a0165" providerId="ADAL" clId="{D0CC87AC-6335-4D75-A524-5F00DEBAFE40}" dt="2026-04-17T09:12:58.738" v="823"/>
          <ac:spMkLst>
            <pc:docMk/>
            <pc:sldMk cId="1389024816" sldId="264"/>
            <ac:spMk id="2" creationId="{5DF794C1-B6D0-0D0B-527F-D016AADCCB90}"/>
          </ac:spMkLst>
        </pc:spChg>
        <pc:spChg chg="mod">
          <ac:chgData name="Zed Chen" userId="b345aeec-2623-4d2a-83d2-603abc5a0165" providerId="ADAL" clId="{D0CC87AC-6335-4D75-A524-5F00DEBAFE40}" dt="2026-04-17T09:14:30.411" v="1141" actId="21"/>
          <ac:spMkLst>
            <pc:docMk/>
            <pc:sldMk cId="1389024816" sldId="264"/>
            <ac:spMk id="3" creationId="{548462A6-F01B-0162-417D-C87B4F15634B}"/>
          </ac:spMkLst>
        </pc:spChg>
        <pc:picChg chg="add mod modCrop">
          <ac:chgData name="Zed Chen" userId="b345aeec-2623-4d2a-83d2-603abc5a0165" providerId="ADAL" clId="{D0CC87AC-6335-4D75-A524-5F00DEBAFE40}" dt="2026-04-17T09:18:14.676" v="1148" actId="14100"/>
          <ac:picMkLst>
            <pc:docMk/>
            <pc:sldMk cId="1389024816" sldId="264"/>
            <ac:picMk id="5" creationId="{5E303188-7338-7197-4ACD-76378ADF08D2}"/>
          </ac:picMkLst>
        </pc:picChg>
      </pc:sldChg>
      <pc:sldChg chg="addSp modSp new mod">
        <pc:chgData name="Zed Chen" userId="b345aeec-2623-4d2a-83d2-603abc5a0165" providerId="ADAL" clId="{D0CC87AC-6335-4D75-A524-5F00DEBAFE40}" dt="2026-04-17T09:23:10.261" v="1633" actId="1076"/>
        <pc:sldMkLst>
          <pc:docMk/>
          <pc:sldMk cId="637513655" sldId="265"/>
        </pc:sldMkLst>
        <pc:spChg chg="mod">
          <ac:chgData name="Zed Chen" userId="b345aeec-2623-4d2a-83d2-603abc5a0165" providerId="ADAL" clId="{D0CC87AC-6335-4D75-A524-5F00DEBAFE40}" dt="2026-04-17T09:18:43.159" v="1171" actId="20577"/>
          <ac:spMkLst>
            <pc:docMk/>
            <pc:sldMk cId="637513655" sldId="265"/>
            <ac:spMk id="2" creationId="{584C8A94-BD3F-EA83-2691-103C1E52B926}"/>
          </ac:spMkLst>
        </pc:spChg>
        <pc:spChg chg="mod">
          <ac:chgData name="Zed Chen" userId="b345aeec-2623-4d2a-83d2-603abc5a0165" providerId="ADAL" clId="{D0CC87AC-6335-4D75-A524-5F00DEBAFE40}" dt="2026-04-17T09:23:01.951" v="1630" actId="14100"/>
          <ac:spMkLst>
            <pc:docMk/>
            <pc:sldMk cId="637513655" sldId="265"/>
            <ac:spMk id="3" creationId="{DDCB37C6-0015-DBBA-7D01-7A32B125281B}"/>
          </ac:spMkLst>
        </pc:spChg>
        <pc:picChg chg="add mod">
          <ac:chgData name="Zed Chen" userId="b345aeec-2623-4d2a-83d2-603abc5a0165" providerId="ADAL" clId="{D0CC87AC-6335-4D75-A524-5F00DEBAFE40}" dt="2026-04-17T09:23:07.702" v="1632" actId="1076"/>
          <ac:picMkLst>
            <pc:docMk/>
            <pc:sldMk cId="637513655" sldId="265"/>
            <ac:picMk id="5" creationId="{AF01849F-7CC5-811B-2610-5F79F5569E12}"/>
          </ac:picMkLst>
        </pc:picChg>
        <pc:picChg chg="add mod">
          <ac:chgData name="Zed Chen" userId="b345aeec-2623-4d2a-83d2-603abc5a0165" providerId="ADAL" clId="{D0CC87AC-6335-4D75-A524-5F00DEBAFE40}" dt="2026-04-17T09:23:10.261" v="1633" actId="1076"/>
          <ac:picMkLst>
            <pc:docMk/>
            <pc:sldMk cId="637513655" sldId="265"/>
            <ac:picMk id="7" creationId="{F52C955A-7A02-6417-300F-1D1E05A43A9D}"/>
          </ac:picMkLst>
        </pc:picChg>
      </pc:sldChg>
      <pc:sldChg chg="addSp delSp modSp new mod">
        <pc:chgData name="Zed Chen" userId="b345aeec-2623-4d2a-83d2-603abc5a0165" providerId="ADAL" clId="{D0CC87AC-6335-4D75-A524-5F00DEBAFE40}" dt="2026-04-17T09:28:59.930" v="1835" actId="20577"/>
        <pc:sldMkLst>
          <pc:docMk/>
          <pc:sldMk cId="779856245" sldId="266"/>
        </pc:sldMkLst>
        <pc:spChg chg="mod">
          <ac:chgData name="Zed Chen" userId="b345aeec-2623-4d2a-83d2-603abc5a0165" providerId="ADAL" clId="{D0CC87AC-6335-4D75-A524-5F00DEBAFE40}" dt="2026-04-17T09:28:59.930" v="1835" actId="20577"/>
          <ac:spMkLst>
            <pc:docMk/>
            <pc:sldMk cId="779856245" sldId="266"/>
            <ac:spMk id="2" creationId="{D0C1A426-EA29-B715-B583-DDD10A394375}"/>
          </ac:spMkLst>
        </pc:spChg>
        <pc:spChg chg="mod">
          <ac:chgData name="Zed Chen" userId="b345aeec-2623-4d2a-83d2-603abc5a0165" providerId="ADAL" clId="{D0CC87AC-6335-4D75-A524-5F00DEBAFE40}" dt="2026-04-17T09:27:11.465" v="1818" actId="20577"/>
          <ac:spMkLst>
            <pc:docMk/>
            <pc:sldMk cId="779856245" sldId="266"/>
            <ac:spMk id="3" creationId="{55D56AD6-F182-D15B-2343-8AB123114512}"/>
          </ac:spMkLst>
        </pc:spChg>
        <pc:picChg chg="add del">
          <ac:chgData name="Zed Chen" userId="b345aeec-2623-4d2a-83d2-603abc5a0165" providerId="ADAL" clId="{D0CC87AC-6335-4D75-A524-5F00DEBAFE40}" dt="2026-04-17T09:25:12.951" v="1701" actId="478"/>
          <ac:picMkLst>
            <pc:docMk/>
            <pc:sldMk cId="779856245" sldId="266"/>
            <ac:picMk id="5" creationId="{319B7256-0F33-2E2C-BCDF-3FA375972210}"/>
          </ac:picMkLst>
        </pc:picChg>
      </pc:sldChg>
      <pc:sldChg chg="addSp delSp modSp new mod">
        <pc:chgData name="Zed Chen" userId="b345aeec-2623-4d2a-83d2-603abc5a0165" providerId="ADAL" clId="{D0CC87AC-6335-4D75-A524-5F00DEBAFE40}" dt="2026-04-17T09:30:02.222" v="1875" actId="1076"/>
        <pc:sldMkLst>
          <pc:docMk/>
          <pc:sldMk cId="848421786" sldId="267"/>
        </pc:sldMkLst>
        <pc:spChg chg="mod">
          <ac:chgData name="Zed Chen" userId="b345aeec-2623-4d2a-83d2-603abc5a0165" providerId="ADAL" clId="{D0CC87AC-6335-4D75-A524-5F00DEBAFE40}" dt="2026-04-17T09:29:45.953" v="1874" actId="20577"/>
          <ac:spMkLst>
            <pc:docMk/>
            <pc:sldMk cId="848421786" sldId="267"/>
            <ac:spMk id="2" creationId="{CE4D2AE9-B737-1461-BB09-8354B5CE266D}"/>
          </ac:spMkLst>
        </pc:spChg>
        <pc:spChg chg="del">
          <ac:chgData name="Zed Chen" userId="b345aeec-2623-4d2a-83d2-603abc5a0165" providerId="ADAL" clId="{D0CC87AC-6335-4D75-A524-5F00DEBAFE40}" dt="2026-04-17T09:29:06.164" v="1853" actId="22"/>
          <ac:spMkLst>
            <pc:docMk/>
            <pc:sldMk cId="848421786" sldId="267"/>
            <ac:spMk id="3" creationId="{88265C5B-4936-F0A7-FA6A-CCD0F3DC903B}"/>
          </ac:spMkLst>
        </pc:spChg>
        <pc:picChg chg="add mod ord modCrop">
          <ac:chgData name="Zed Chen" userId="b345aeec-2623-4d2a-83d2-603abc5a0165" providerId="ADAL" clId="{D0CC87AC-6335-4D75-A524-5F00DEBAFE40}" dt="2026-04-17T09:30:02.222" v="1875" actId="1076"/>
          <ac:picMkLst>
            <pc:docMk/>
            <pc:sldMk cId="848421786" sldId="267"/>
            <ac:picMk id="5" creationId="{D993ACDD-BB40-63EC-55F0-224A3A947B26}"/>
          </ac:picMkLst>
        </pc:picChg>
      </pc:sldChg>
      <pc:sldChg chg="addSp delSp modSp new mod">
        <pc:chgData name="Zed Chen" userId="b345aeec-2623-4d2a-83d2-603abc5a0165" providerId="ADAL" clId="{D0CC87AC-6335-4D75-A524-5F00DEBAFE40}" dt="2026-04-17T09:49:31.565" v="2188" actId="14100"/>
        <pc:sldMkLst>
          <pc:docMk/>
          <pc:sldMk cId="2368834120" sldId="268"/>
        </pc:sldMkLst>
        <pc:spChg chg="del">
          <ac:chgData name="Zed Chen" userId="b345aeec-2623-4d2a-83d2-603abc5a0165" providerId="ADAL" clId="{D0CC87AC-6335-4D75-A524-5F00DEBAFE40}" dt="2026-04-17T09:49:04.263" v="2118" actId="478"/>
          <ac:spMkLst>
            <pc:docMk/>
            <pc:sldMk cId="2368834120" sldId="268"/>
            <ac:spMk id="2" creationId="{71456E04-E1D9-8A1E-6A90-7D6ED546F8B5}"/>
          </ac:spMkLst>
        </pc:spChg>
        <pc:spChg chg="del">
          <ac:chgData name="Zed Chen" userId="b345aeec-2623-4d2a-83d2-603abc5a0165" providerId="ADAL" clId="{D0CC87AC-6335-4D75-A524-5F00DEBAFE40}" dt="2026-04-17T09:48:44.167" v="2111" actId="22"/>
          <ac:spMkLst>
            <pc:docMk/>
            <pc:sldMk cId="2368834120" sldId="268"/>
            <ac:spMk id="3" creationId="{CA9461CF-694F-ED34-13B5-8B8C2C1CC3F6}"/>
          </ac:spMkLst>
        </pc:spChg>
        <pc:spChg chg="add mod">
          <ac:chgData name="Zed Chen" userId="b345aeec-2623-4d2a-83d2-603abc5a0165" providerId="ADAL" clId="{D0CC87AC-6335-4D75-A524-5F00DEBAFE40}" dt="2026-04-17T09:49:31.565" v="2188" actId="14100"/>
          <ac:spMkLst>
            <pc:docMk/>
            <pc:sldMk cId="2368834120" sldId="268"/>
            <ac:spMk id="6" creationId="{92248F46-34FE-68C8-99C2-AFBDCAF9032F}"/>
          </ac:spMkLst>
        </pc:spChg>
        <pc:picChg chg="add mod ord modCrop">
          <ac:chgData name="Zed Chen" userId="b345aeec-2623-4d2a-83d2-603abc5a0165" providerId="ADAL" clId="{D0CC87AC-6335-4D75-A524-5F00DEBAFE40}" dt="2026-04-17T09:49:09.294" v="2120" actId="14100"/>
          <ac:picMkLst>
            <pc:docMk/>
            <pc:sldMk cId="2368834120" sldId="268"/>
            <ac:picMk id="5" creationId="{236C297D-8395-3015-59BC-A5B2861D7048}"/>
          </ac:picMkLst>
        </pc:picChg>
      </pc:sldChg>
      <pc:sldChg chg="addSp modSp new mod ord">
        <pc:chgData name="Zed Chen" userId="b345aeec-2623-4d2a-83d2-603abc5a0165" providerId="ADAL" clId="{D0CC87AC-6335-4D75-A524-5F00DEBAFE40}" dt="2026-04-17T09:50:56.269" v="2190"/>
        <pc:sldMkLst>
          <pc:docMk/>
          <pc:sldMk cId="1175984651" sldId="269"/>
        </pc:sldMkLst>
        <pc:spChg chg="mod">
          <ac:chgData name="Zed Chen" userId="b345aeec-2623-4d2a-83d2-603abc5a0165" providerId="ADAL" clId="{D0CC87AC-6335-4D75-A524-5F00DEBAFE40}" dt="2026-04-17T09:47:34.522" v="2110" actId="20577"/>
          <ac:spMkLst>
            <pc:docMk/>
            <pc:sldMk cId="1175984651" sldId="269"/>
            <ac:spMk id="2" creationId="{C4E49601-1252-F07B-7AE6-3C571869FD49}"/>
          </ac:spMkLst>
        </pc:spChg>
        <pc:spChg chg="mod">
          <ac:chgData name="Zed Chen" userId="b345aeec-2623-4d2a-83d2-603abc5a0165" providerId="ADAL" clId="{D0CC87AC-6335-4D75-A524-5F00DEBAFE40}" dt="2026-04-17T09:46:33.577" v="2080" actId="20577"/>
          <ac:spMkLst>
            <pc:docMk/>
            <pc:sldMk cId="1175984651" sldId="269"/>
            <ac:spMk id="3" creationId="{F8A99BDB-14AF-7532-535A-7C48D69318FC}"/>
          </ac:spMkLst>
        </pc:spChg>
        <pc:picChg chg="add mod modCrop">
          <ac:chgData name="Zed Chen" userId="b345aeec-2623-4d2a-83d2-603abc5a0165" providerId="ADAL" clId="{D0CC87AC-6335-4D75-A524-5F00DEBAFE40}" dt="2026-04-17T09:47:27.760" v="2083" actId="14100"/>
          <ac:picMkLst>
            <pc:docMk/>
            <pc:sldMk cId="1175984651" sldId="269"/>
            <ac:picMk id="5" creationId="{79B13A19-5C82-CCAD-8D7F-AFB3F3AB00E5}"/>
          </ac:picMkLst>
        </pc:picChg>
      </pc:sldChg>
      <pc:sldChg chg="addSp delSp modSp new mod">
        <pc:chgData name="Zed Chen" userId="b345aeec-2623-4d2a-83d2-603abc5a0165" providerId="ADAL" clId="{D0CC87AC-6335-4D75-A524-5F00DEBAFE40}" dt="2026-04-17T09:55:08.609" v="2291" actId="1076"/>
        <pc:sldMkLst>
          <pc:docMk/>
          <pc:sldMk cId="2193344037" sldId="270"/>
        </pc:sldMkLst>
        <pc:spChg chg="del">
          <ac:chgData name="Zed Chen" userId="b345aeec-2623-4d2a-83d2-603abc5a0165" providerId="ADAL" clId="{D0CC87AC-6335-4D75-A524-5F00DEBAFE40}" dt="2026-04-17T09:51:40.333" v="2192" actId="478"/>
          <ac:spMkLst>
            <pc:docMk/>
            <pc:sldMk cId="2193344037" sldId="270"/>
            <ac:spMk id="2" creationId="{901FC93D-7017-228E-A42C-6E70CB801C6E}"/>
          </ac:spMkLst>
        </pc:spChg>
        <pc:spChg chg="del">
          <ac:chgData name="Zed Chen" userId="b345aeec-2623-4d2a-83d2-603abc5a0165" providerId="ADAL" clId="{D0CC87AC-6335-4D75-A524-5F00DEBAFE40}" dt="2026-04-17T09:51:41.298" v="2193" actId="478"/>
          <ac:spMkLst>
            <pc:docMk/>
            <pc:sldMk cId="2193344037" sldId="270"/>
            <ac:spMk id="3" creationId="{E6783ED7-A86D-1AAE-DA18-5128E04B8C07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4" creationId="{5EA5A626-024D-6BFA-AB55-FB141DBDD71C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5" creationId="{8D37072A-8C65-1050-0B01-070CC3B1EB64}"/>
          </ac:spMkLst>
        </pc:spChg>
        <pc:spChg chg="add mod">
          <ac:chgData name="Zed Chen" userId="b345aeec-2623-4d2a-83d2-603abc5a0165" providerId="ADAL" clId="{D0CC87AC-6335-4D75-A524-5F00DEBAFE40}" dt="2026-04-17T09:51:53.357" v="2201"/>
          <ac:spMkLst>
            <pc:docMk/>
            <pc:sldMk cId="2193344037" sldId="270"/>
            <ac:spMk id="6" creationId="{09FD68D9-93B0-92D7-CA4E-1006960BE452}"/>
          </ac:spMkLst>
        </pc:spChg>
        <pc:spChg chg="add mod">
          <ac:chgData name="Zed Chen" userId="b345aeec-2623-4d2a-83d2-603abc5a0165" providerId="ADAL" clId="{D0CC87AC-6335-4D75-A524-5F00DEBAFE40}" dt="2026-04-17T09:51:53.513" v="2202"/>
          <ac:spMkLst>
            <pc:docMk/>
            <pc:sldMk cId="2193344037" sldId="270"/>
            <ac:spMk id="7" creationId="{B34CD372-86E7-A551-357C-B02AEA4B380A}"/>
          </ac:spMkLst>
        </pc:spChg>
        <pc:spChg chg="add mod">
          <ac:chgData name="Zed Chen" userId="b345aeec-2623-4d2a-83d2-603abc5a0165" providerId="ADAL" clId="{D0CC87AC-6335-4D75-A524-5F00DEBAFE40}" dt="2026-04-17T09:51:53.668" v="2203"/>
          <ac:spMkLst>
            <pc:docMk/>
            <pc:sldMk cId="2193344037" sldId="270"/>
            <ac:spMk id="8" creationId="{803CE0F2-D261-12FF-4E1A-28259BFAD290}"/>
          </ac:spMkLst>
        </pc:spChg>
        <pc:spChg chg="add del mod">
          <ac:chgData name="Zed Chen" userId="b345aeec-2623-4d2a-83d2-603abc5a0165" providerId="ADAL" clId="{D0CC87AC-6335-4D75-A524-5F00DEBAFE40}" dt="2026-04-17T09:52:14.248" v="2219" actId="478"/>
          <ac:spMkLst>
            <pc:docMk/>
            <pc:sldMk cId="2193344037" sldId="270"/>
            <ac:spMk id="9" creationId="{67CA7E51-5C6C-E287-2D54-CE37A51A13A5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10" creationId="{BB3C0E96-792D-E8E1-B0F0-ED66F44C3A1C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11" creationId="{D6B19791-FF08-A31E-420A-725C351E1045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20" creationId="{9799D30C-F279-444C-9B49-63173952DDCE}"/>
          </ac:spMkLst>
        </pc:spChg>
        <pc:spChg chg="add del mod">
          <ac:chgData name="Zed Chen" userId="b345aeec-2623-4d2a-83d2-603abc5a0165" providerId="ADAL" clId="{D0CC87AC-6335-4D75-A524-5F00DEBAFE40}" dt="2026-04-17T09:53:40.286" v="2253" actId="478"/>
          <ac:spMkLst>
            <pc:docMk/>
            <pc:sldMk cId="2193344037" sldId="270"/>
            <ac:spMk id="21" creationId="{1F3E7C7C-3F5B-246F-D489-75B90575B04E}"/>
          </ac:spMkLst>
        </pc:spChg>
        <pc:spChg chg="add del mod">
          <ac:chgData name="Zed Chen" userId="b345aeec-2623-4d2a-83d2-603abc5a0165" providerId="ADAL" clId="{D0CC87AC-6335-4D75-A524-5F00DEBAFE40}" dt="2026-04-17T09:53:39.614" v="2252" actId="478"/>
          <ac:spMkLst>
            <pc:docMk/>
            <pc:sldMk cId="2193344037" sldId="270"/>
            <ac:spMk id="22" creationId="{C322EB59-D414-ED6E-D2C9-6F551F87160F}"/>
          </ac:spMkLst>
        </pc:spChg>
        <pc:spChg chg="add del mod">
          <ac:chgData name="Zed Chen" userId="b345aeec-2623-4d2a-83d2-603abc5a0165" providerId="ADAL" clId="{D0CC87AC-6335-4D75-A524-5F00DEBAFE40}" dt="2026-04-17T09:53:38.947" v="2251" actId="478"/>
          <ac:spMkLst>
            <pc:docMk/>
            <pc:sldMk cId="2193344037" sldId="270"/>
            <ac:spMk id="23" creationId="{332B8B94-CD55-5D3A-C8B2-718219668B9D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24" creationId="{569427C4-4AC0-C495-1FAB-BE26A6554463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25" creationId="{8C52C3D3-D0A4-A3DB-97C3-7BB5E5885A3F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26" creationId="{5599B471-610C-7F56-6F84-B9A417E4B722}"/>
          </ac:spMkLst>
        </pc:spChg>
        <pc:spChg chg="add mod">
          <ac:chgData name="Zed Chen" userId="b345aeec-2623-4d2a-83d2-603abc5a0165" providerId="ADAL" clId="{D0CC87AC-6335-4D75-A524-5F00DEBAFE40}" dt="2026-04-17T09:55:08.609" v="2291" actId="1076"/>
          <ac:spMkLst>
            <pc:docMk/>
            <pc:sldMk cId="2193344037" sldId="270"/>
            <ac:spMk id="27" creationId="{D6F30360-672B-3E0A-EAF9-0C5D117B9096}"/>
          </ac:spMkLst>
        </pc:spChg>
        <pc:cxnChg chg="add mod">
          <ac:chgData name="Zed Chen" userId="b345aeec-2623-4d2a-83d2-603abc5a0165" providerId="ADAL" clId="{D0CC87AC-6335-4D75-A524-5F00DEBAFE40}" dt="2026-04-17T09:55:08.609" v="2291" actId="1076"/>
          <ac:cxnSpMkLst>
            <pc:docMk/>
            <pc:sldMk cId="2193344037" sldId="270"/>
            <ac:cxnSpMk id="13" creationId="{CDA2AD7E-2D6E-D78D-088C-8426D3CB4DB5}"/>
          </ac:cxnSpMkLst>
        </pc:cxnChg>
        <pc:cxnChg chg="add">
          <ac:chgData name="Zed Chen" userId="b345aeec-2623-4d2a-83d2-603abc5a0165" providerId="ADAL" clId="{D0CC87AC-6335-4D75-A524-5F00DEBAFE40}" dt="2026-04-17T09:52:37.513" v="2225" actId="11529"/>
          <ac:cxnSpMkLst>
            <pc:docMk/>
            <pc:sldMk cId="2193344037" sldId="270"/>
            <ac:cxnSpMk id="15" creationId="{D8C8EC29-5D29-FA74-2916-A39918D819A3}"/>
          </ac:cxnSpMkLst>
        </pc:cxnChg>
        <pc:cxnChg chg="add mod">
          <ac:chgData name="Zed Chen" userId="b345aeec-2623-4d2a-83d2-603abc5a0165" providerId="ADAL" clId="{D0CC87AC-6335-4D75-A524-5F00DEBAFE40}" dt="2026-04-17T09:52:48.080" v="2230" actId="1076"/>
          <ac:cxnSpMkLst>
            <pc:docMk/>
            <pc:sldMk cId="2193344037" sldId="270"/>
            <ac:cxnSpMk id="16" creationId="{C1719EED-16AD-CC9B-7E64-2E4B05EB6321}"/>
          </ac:cxnSpMkLst>
        </pc:cxnChg>
        <pc:cxnChg chg="add mod">
          <ac:chgData name="Zed Chen" userId="b345aeec-2623-4d2a-83d2-603abc5a0165" providerId="ADAL" clId="{D0CC87AC-6335-4D75-A524-5F00DEBAFE40}" dt="2026-04-17T09:54:10.527" v="2274" actId="14100"/>
          <ac:cxnSpMkLst>
            <pc:docMk/>
            <pc:sldMk cId="2193344037" sldId="270"/>
            <ac:cxnSpMk id="28" creationId="{9AA3B3F2-4716-2905-38C3-92B29816B982}"/>
          </ac:cxnSpMkLst>
        </pc:cxnChg>
        <pc:cxnChg chg="add mod">
          <ac:chgData name="Zed Chen" userId="b345aeec-2623-4d2a-83d2-603abc5a0165" providerId="ADAL" clId="{D0CC87AC-6335-4D75-A524-5F00DEBAFE40}" dt="2026-04-17T09:54:16.014" v="2277" actId="14100"/>
          <ac:cxnSpMkLst>
            <pc:docMk/>
            <pc:sldMk cId="2193344037" sldId="270"/>
            <ac:cxnSpMk id="30" creationId="{388D1163-80F5-1ACC-67EA-E6F236021DA7}"/>
          </ac:cxnSpMkLst>
        </pc:cxnChg>
        <pc:cxnChg chg="add mod">
          <ac:chgData name="Zed Chen" userId="b345aeec-2623-4d2a-83d2-603abc5a0165" providerId="ADAL" clId="{D0CC87AC-6335-4D75-A524-5F00DEBAFE40}" dt="2026-04-17T09:54:43.122" v="2289" actId="1076"/>
          <ac:cxnSpMkLst>
            <pc:docMk/>
            <pc:sldMk cId="2193344037" sldId="270"/>
            <ac:cxnSpMk id="32" creationId="{1A6F6BA9-8103-85E6-69FC-FD9F50BB0084}"/>
          </ac:cxnSpMkLst>
        </pc:cxnChg>
        <pc:cxnChg chg="add mod">
          <ac:chgData name="Zed Chen" userId="b345aeec-2623-4d2a-83d2-603abc5a0165" providerId="ADAL" clId="{D0CC87AC-6335-4D75-A524-5F00DEBAFE40}" dt="2026-04-17T09:54:29.674" v="2283" actId="14100"/>
          <ac:cxnSpMkLst>
            <pc:docMk/>
            <pc:sldMk cId="2193344037" sldId="270"/>
            <ac:cxnSpMk id="34" creationId="{9EF5CB52-2793-7124-5FAA-E0F05F1F6ADE}"/>
          </ac:cxnSpMkLst>
        </pc:cxnChg>
        <pc:cxnChg chg="add mod">
          <ac:chgData name="Zed Chen" userId="b345aeec-2623-4d2a-83d2-603abc5a0165" providerId="ADAL" clId="{D0CC87AC-6335-4D75-A524-5F00DEBAFE40}" dt="2026-04-17T09:54:37.209" v="2287" actId="14100"/>
          <ac:cxnSpMkLst>
            <pc:docMk/>
            <pc:sldMk cId="2193344037" sldId="270"/>
            <ac:cxnSpMk id="36" creationId="{C690CA9B-F6B2-F61E-4CC4-803C328D98D6}"/>
          </ac:cxnSpMkLst>
        </pc:cxnChg>
      </pc:sldChg>
      <pc:sldChg chg="addSp delSp modSp new mod">
        <pc:chgData name="Zed Chen" userId="b345aeec-2623-4d2a-83d2-603abc5a0165" providerId="ADAL" clId="{D0CC87AC-6335-4D75-A524-5F00DEBAFE40}" dt="2026-04-17T09:58:04.282" v="2416" actId="1076"/>
        <pc:sldMkLst>
          <pc:docMk/>
          <pc:sldMk cId="1569441999" sldId="271"/>
        </pc:sldMkLst>
        <pc:spChg chg="mod">
          <ac:chgData name="Zed Chen" userId="b345aeec-2623-4d2a-83d2-603abc5a0165" providerId="ADAL" clId="{D0CC87AC-6335-4D75-A524-5F00DEBAFE40}" dt="2026-04-17T09:58:00.366" v="2415" actId="20577"/>
          <ac:spMkLst>
            <pc:docMk/>
            <pc:sldMk cId="1569441999" sldId="271"/>
            <ac:spMk id="2" creationId="{CC8FD4ED-377B-0D7F-19E1-1C1F5346F846}"/>
          </ac:spMkLst>
        </pc:spChg>
        <pc:spChg chg="add del">
          <ac:chgData name="Zed Chen" userId="b345aeec-2623-4d2a-83d2-603abc5a0165" providerId="ADAL" clId="{D0CC87AC-6335-4D75-A524-5F00DEBAFE40}" dt="2026-04-17T09:57:37.637" v="2297" actId="22"/>
          <ac:spMkLst>
            <pc:docMk/>
            <pc:sldMk cId="1569441999" sldId="271"/>
            <ac:spMk id="3" creationId="{FC2355BE-595C-1366-A05F-063B849623DB}"/>
          </ac:spMkLst>
        </pc:spChg>
        <pc:picChg chg="add del mod ord">
          <ac:chgData name="Zed Chen" userId="b345aeec-2623-4d2a-83d2-603abc5a0165" providerId="ADAL" clId="{D0CC87AC-6335-4D75-A524-5F00DEBAFE40}" dt="2026-04-17T09:57:26.132" v="2296" actId="22"/>
          <ac:picMkLst>
            <pc:docMk/>
            <pc:sldMk cId="1569441999" sldId="271"/>
            <ac:picMk id="7" creationId="{5FF6FCEB-A3BF-0FC7-49EC-CD0DC6097BA0}"/>
          </ac:picMkLst>
        </pc:picChg>
        <pc:picChg chg="add mod ord">
          <ac:chgData name="Zed Chen" userId="b345aeec-2623-4d2a-83d2-603abc5a0165" providerId="ADAL" clId="{D0CC87AC-6335-4D75-A524-5F00DEBAFE40}" dt="2026-04-17T09:58:04.282" v="2416" actId="1076"/>
          <ac:picMkLst>
            <pc:docMk/>
            <pc:sldMk cId="1569441999" sldId="271"/>
            <ac:picMk id="9" creationId="{932148A0-01B5-1CF2-7309-A6CCA0034812}"/>
          </ac:picMkLst>
        </pc:picChg>
        <pc:cxnChg chg="add mod">
          <ac:chgData name="Zed Chen" userId="b345aeec-2623-4d2a-83d2-603abc5a0165" providerId="ADAL" clId="{D0CC87AC-6335-4D75-A524-5F00DEBAFE40}" dt="2026-04-17T09:57:16.950" v="2293"/>
          <ac:cxnSpMkLst>
            <pc:docMk/>
            <pc:sldMk cId="1569441999" sldId="271"/>
            <ac:cxnSpMk id="4" creationId="{FF36FBDF-FC0D-3380-146B-142937864ACE}"/>
          </ac:cxnSpMkLst>
        </pc:cxnChg>
        <pc:cxnChg chg="add mod">
          <ac:chgData name="Zed Chen" userId="b345aeec-2623-4d2a-83d2-603abc5a0165" providerId="ADAL" clId="{D0CC87AC-6335-4D75-A524-5F00DEBAFE40}" dt="2026-04-17T09:57:18.467" v="2294"/>
          <ac:cxnSpMkLst>
            <pc:docMk/>
            <pc:sldMk cId="1569441999" sldId="271"/>
            <ac:cxnSpMk id="5" creationId="{182AAE06-0257-E821-D5C5-BC5AB6AE9183}"/>
          </ac:cxnSpMkLst>
        </pc:cxnChg>
      </pc:sldChg>
      <pc:sldChg chg="modSp new mod">
        <pc:chgData name="Zed Chen" userId="b345aeec-2623-4d2a-83d2-603abc5a0165" providerId="ADAL" clId="{D0CC87AC-6335-4D75-A524-5F00DEBAFE40}" dt="2026-04-17T10:30:00.771" v="3426" actId="20577"/>
        <pc:sldMkLst>
          <pc:docMk/>
          <pc:sldMk cId="3859819492" sldId="272"/>
        </pc:sldMkLst>
        <pc:spChg chg="mod">
          <ac:chgData name="Zed Chen" userId="b345aeec-2623-4d2a-83d2-603abc5a0165" providerId="ADAL" clId="{D0CC87AC-6335-4D75-A524-5F00DEBAFE40}" dt="2026-04-17T10:16:43.753" v="2498" actId="20577"/>
          <ac:spMkLst>
            <pc:docMk/>
            <pc:sldMk cId="3859819492" sldId="272"/>
            <ac:spMk id="2" creationId="{426775E5-2804-BCDF-DB8E-B9C87B649892}"/>
          </ac:spMkLst>
        </pc:spChg>
        <pc:spChg chg="mod">
          <ac:chgData name="Zed Chen" userId="b345aeec-2623-4d2a-83d2-603abc5a0165" providerId="ADAL" clId="{D0CC87AC-6335-4D75-A524-5F00DEBAFE40}" dt="2026-04-17T10:30:00.771" v="3426" actId="20577"/>
          <ac:spMkLst>
            <pc:docMk/>
            <pc:sldMk cId="3859819492" sldId="272"/>
            <ac:spMk id="3" creationId="{935F5B2E-EBCD-0D86-6D2B-3C90D1B39188}"/>
          </ac:spMkLst>
        </pc:spChg>
      </pc:sldChg>
      <pc:sldChg chg="modSp new mod ord">
        <pc:chgData name="Zed Chen" userId="b345aeec-2623-4d2a-83d2-603abc5a0165" providerId="ADAL" clId="{D0CC87AC-6335-4D75-A524-5F00DEBAFE40}" dt="2026-04-17T10:25:54.554" v="2812"/>
        <pc:sldMkLst>
          <pc:docMk/>
          <pc:sldMk cId="1027436478" sldId="273"/>
        </pc:sldMkLst>
        <pc:spChg chg="mod">
          <ac:chgData name="Zed Chen" userId="b345aeec-2623-4d2a-83d2-603abc5a0165" providerId="ADAL" clId="{D0CC87AC-6335-4D75-A524-5F00DEBAFE40}" dt="2026-04-17T10:17:08.327" v="2523" actId="20577"/>
          <ac:spMkLst>
            <pc:docMk/>
            <pc:sldMk cId="1027436478" sldId="273"/>
            <ac:spMk id="2" creationId="{AE6BAC89-FBEB-CB3A-06AC-7127FDE4F22E}"/>
          </ac:spMkLst>
        </pc:spChg>
        <pc:spChg chg="mod">
          <ac:chgData name="Zed Chen" userId="b345aeec-2623-4d2a-83d2-603abc5a0165" providerId="ADAL" clId="{D0CC87AC-6335-4D75-A524-5F00DEBAFE40}" dt="2026-04-17T10:18:09.622" v="2808" actId="20577"/>
          <ac:spMkLst>
            <pc:docMk/>
            <pc:sldMk cId="1027436478" sldId="273"/>
            <ac:spMk id="3" creationId="{89D8C066-DB43-475B-9123-F5EC6B241468}"/>
          </ac:spMkLst>
        </pc:spChg>
      </pc:sldChg>
      <pc:sldChg chg="addSp delSp modSp new mod">
        <pc:chgData name="Zed Chen" userId="b345aeec-2623-4d2a-83d2-603abc5a0165" providerId="ADAL" clId="{D0CC87AC-6335-4D75-A524-5F00DEBAFE40}" dt="2026-04-17T10:59:16.681" v="3826" actId="20577"/>
        <pc:sldMkLst>
          <pc:docMk/>
          <pc:sldMk cId="3173053757" sldId="274"/>
        </pc:sldMkLst>
        <pc:spChg chg="mod">
          <ac:chgData name="Zed Chen" userId="b345aeec-2623-4d2a-83d2-603abc5a0165" providerId="ADAL" clId="{D0CC87AC-6335-4D75-A524-5F00DEBAFE40}" dt="2026-04-17T10:31:16.499" v="3454" actId="20577"/>
          <ac:spMkLst>
            <pc:docMk/>
            <pc:sldMk cId="3173053757" sldId="274"/>
            <ac:spMk id="2" creationId="{6E5B366F-0E4F-4274-C52E-6D0A279D9B38}"/>
          </ac:spMkLst>
        </pc:spChg>
        <pc:spChg chg="mod">
          <ac:chgData name="Zed Chen" userId="b345aeec-2623-4d2a-83d2-603abc5a0165" providerId="ADAL" clId="{D0CC87AC-6335-4D75-A524-5F00DEBAFE40}" dt="2026-04-17T10:59:16.681" v="3826" actId="20577"/>
          <ac:spMkLst>
            <pc:docMk/>
            <pc:sldMk cId="3173053757" sldId="274"/>
            <ac:spMk id="3" creationId="{6E552D2C-A477-335A-CCE1-BFC2388E025F}"/>
          </ac:spMkLst>
        </pc:spChg>
        <pc:picChg chg="add del">
          <ac:chgData name="Zed Chen" userId="b345aeec-2623-4d2a-83d2-603abc5a0165" providerId="ADAL" clId="{D0CC87AC-6335-4D75-A524-5F00DEBAFE40}" dt="2026-04-17T10:30:55.499" v="3428" actId="22"/>
          <ac:picMkLst>
            <pc:docMk/>
            <pc:sldMk cId="3173053757" sldId="274"/>
            <ac:picMk id="5" creationId="{E464216F-DC56-E31E-B4B0-97052B7DF905}"/>
          </ac:picMkLst>
        </pc:picChg>
      </pc:sldChg>
      <pc:sldChg chg="modSp new mod">
        <pc:chgData name="Zed Chen" userId="b345aeec-2623-4d2a-83d2-603abc5a0165" providerId="ADAL" clId="{D0CC87AC-6335-4D75-A524-5F00DEBAFE40}" dt="2026-04-17T11:09:03.397" v="4760" actId="20577"/>
        <pc:sldMkLst>
          <pc:docMk/>
          <pc:sldMk cId="2356201023" sldId="275"/>
        </pc:sldMkLst>
        <pc:spChg chg="mod">
          <ac:chgData name="Zed Chen" userId="b345aeec-2623-4d2a-83d2-603abc5a0165" providerId="ADAL" clId="{D0CC87AC-6335-4D75-A524-5F00DEBAFE40}" dt="2026-04-17T11:07:20.040" v="4387" actId="20577"/>
          <ac:spMkLst>
            <pc:docMk/>
            <pc:sldMk cId="2356201023" sldId="275"/>
            <ac:spMk id="2" creationId="{7BB045B6-8DB6-BB4A-CE2A-D5B03F36FC00}"/>
          </ac:spMkLst>
        </pc:spChg>
        <pc:spChg chg="mod">
          <ac:chgData name="Zed Chen" userId="b345aeec-2623-4d2a-83d2-603abc5a0165" providerId="ADAL" clId="{D0CC87AC-6335-4D75-A524-5F00DEBAFE40}" dt="2026-04-17T11:09:03.397" v="4760" actId="20577"/>
          <ac:spMkLst>
            <pc:docMk/>
            <pc:sldMk cId="2356201023" sldId="275"/>
            <ac:spMk id="3" creationId="{EC3A39C1-3C0C-5B10-8173-B9EC2E4E9CF5}"/>
          </ac:spMkLst>
        </pc:spChg>
      </pc:sldChg>
      <pc:sldChg chg="modSp new mod">
        <pc:chgData name="Zed Chen" userId="b345aeec-2623-4d2a-83d2-603abc5a0165" providerId="ADAL" clId="{D0CC87AC-6335-4D75-A524-5F00DEBAFE40}" dt="2026-04-17T10:27:57.973" v="3153" actId="20577"/>
        <pc:sldMkLst>
          <pc:docMk/>
          <pc:sldMk cId="1970020976" sldId="276"/>
        </pc:sldMkLst>
        <pc:spChg chg="mod">
          <ac:chgData name="Zed Chen" userId="b345aeec-2623-4d2a-83d2-603abc5a0165" providerId="ADAL" clId="{D0CC87AC-6335-4D75-A524-5F00DEBAFE40}" dt="2026-04-17T10:26:12.687" v="2859" actId="20577"/>
          <ac:spMkLst>
            <pc:docMk/>
            <pc:sldMk cId="1970020976" sldId="276"/>
            <ac:spMk id="2" creationId="{621B03F3-904F-24A9-86DB-F4670F79D66A}"/>
          </ac:spMkLst>
        </pc:spChg>
        <pc:spChg chg="mod">
          <ac:chgData name="Zed Chen" userId="b345aeec-2623-4d2a-83d2-603abc5a0165" providerId="ADAL" clId="{D0CC87AC-6335-4D75-A524-5F00DEBAFE40}" dt="2026-04-17T10:27:57.973" v="3153" actId="20577"/>
          <ac:spMkLst>
            <pc:docMk/>
            <pc:sldMk cId="1970020976" sldId="276"/>
            <ac:spMk id="3" creationId="{41545D9A-D399-465B-6269-40924A31477E}"/>
          </ac:spMkLst>
        </pc:spChg>
      </pc:sldChg>
      <pc:sldChg chg="addSp delSp modSp new mod">
        <pc:chgData name="Zed Chen" userId="b345aeec-2623-4d2a-83d2-603abc5a0165" providerId="ADAL" clId="{D0CC87AC-6335-4D75-A524-5F00DEBAFE40}" dt="2026-04-17T11:22:04.467" v="6104" actId="1076"/>
        <pc:sldMkLst>
          <pc:docMk/>
          <pc:sldMk cId="885247352" sldId="277"/>
        </pc:sldMkLst>
        <pc:spChg chg="mod">
          <ac:chgData name="Zed Chen" userId="b345aeec-2623-4d2a-83d2-603abc5a0165" providerId="ADAL" clId="{D0CC87AC-6335-4D75-A524-5F00DEBAFE40}" dt="2026-04-17T10:28:09.422" v="3175" actId="20577"/>
          <ac:spMkLst>
            <pc:docMk/>
            <pc:sldMk cId="885247352" sldId="277"/>
            <ac:spMk id="2" creationId="{D9B1AFFB-44B6-B21B-F8CE-D888597C6914}"/>
          </ac:spMkLst>
        </pc:spChg>
        <pc:spChg chg="del">
          <ac:chgData name="Zed Chen" userId="b345aeec-2623-4d2a-83d2-603abc5a0165" providerId="ADAL" clId="{D0CC87AC-6335-4D75-A524-5F00DEBAFE40}" dt="2026-04-17T10:28:01.193" v="3155" actId="22"/>
          <ac:spMkLst>
            <pc:docMk/>
            <pc:sldMk cId="885247352" sldId="277"/>
            <ac:spMk id="3" creationId="{234EC70E-9C42-6991-850A-1431EECF0ED5}"/>
          </ac:spMkLst>
        </pc:spChg>
        <pc:spChg chg="add mod">
          <ac:chgData name="Zed Chen" userId="b345aeec-2623-4d2a-83d2-603abc5a0165" providerId="ADAL" clId="{D0CC87AC-6335-4D75-A524-5F00DEBAFE40}" dt="2026-04-17T11:20:52.261" v="5972" actId="1076"/>
          <ac:spMkLst>
            <pc:docMk/>
            <pc:sldMk cId="885247352" sldId="277"/>
            <ac:spMk id="6" creationId="{F9E29D0F-424E-6AAF-6AE9-09BBA0D41FDC}"/>
          </ac:spMkLst>
        </pc:spChg>
        <pc:spChg chg="add mod">
          <ac:chgData name="Zed Chen" userId="b345aeec-2623-4d2a-83d2-603abc5a0165" providerId="ADAL" clId="{D0CC87AC-6335-4D75-A524-5F00DEBAFE40}" dt="2026-04-17T11:20:57.739" v="5982" actId="20577"/>
          <ac:spMkLst>
            <pc:docMk/>
            <pc:sldMk cId="885247352" sldId="277"/>
            <ac:spMk id="7" creationId="{404C62E5-1A1B-F3D7-9449-02A4728865A0}"/>
          </ac:spMkLst>
        </pc:spChg>
        <pc:spChg chg="add mod">
          <ac:chgData name="Zed Chen" userId="b345aeec-2623-4d2a-83d2-603abc5a0165" providerId="ADAL" clId="{D0CC87AC-6335-4D75-A524-5F00DEBAFE40}" dt="2026-04-17T11:21:39.744" v="6055" actId="1076"/>
          <ac:spMkLst>
            <pc:docMk/>
            <pc:sldMk cId="885247352" sldId="277"/>
            <ac:spMk id="8" creationId="{5E868DE7-CA90-DE1E-10F4-74D9FD3F3FF2}"/>
          </ac:spMkLst>
        </pc:spChg>
        <pc:spChg chg="add mod">
          <ac:chgData name="Zed Chen" userId="b345aeec-2623-4d2a-83d2-603abc5a0165" providerId="ADAL" clId="{D0CC87AC-6335-4D75-A524-5F00DEBAFE40}" dt="2026-04-17T11:22:00.802" v="6102" actId="1076"/>
          <ac:spMkLst>
            <pc:docMk/>
            <pc:sldMk cId="885247352" sldId="277"/>
            <ac:spMk id="9" creationId="{670BDD45-1738-98B0-B691-4BA279EA07DF}"/>
          </ac:spMkLst>
        </pc:spChg>
        <pc:spChg chg="add mod">
          <ac:chgData name="Zed Chen" userId="b345aeec-2623-4d2a-83d2-603abc5a0165" providerId="ADAL" clId="{D0CC87AC-6335-4D75-A524-5F00DEBAFE40}" dt="2026-04-17T11:22:04.467" v="6104" actId="1076"/>
          <ac:spMkLst>
            <pc:docMk/>
            <pc:sldMk cId="885247352" sldId="277"/>
            <ac:spMk id="10" creationId="{B7023FAC-077A-7921-0923-60174912E888}"/>
          </ac:spMkLst>
        </pc:spChg>
        <pc:picChg chg="add mod ord modCrop">
          <ac:chgData name="Zed Chen" userId="b345aeec-2623-4d2a-83d2-603abc5a0165" providerId="ADAL" clId="{D0CC87AC-6335-4D75-A524-5F00DEBAFE40}" dt="2026-04-17T11:20:29.949" v="5951" actId="14100"/>
          <ac:picMkLst>
            <pc:docMk/>
            <pc:sldMk cId="885247352" sldId="277"/>
            <ac:picMk id="5" creationId="{93F5A37F-8DBC-6225-B417-2D32C5CC4254}"/>
          </ac:picMkLst>
        </pc:picChg>
      </pc:sldChg>
      <pc:sldChg chg="modSp add mod">
        <pc:chgData name="Zed Chen" userId="b345aeec-2623-4d2a-83d2-603abc5a0165" providerId="ADAL" clId="{D0CC87AC-6335-4D75-A524-5F00DEBAFE40}" dt="2026-04-17T11:24:06.926" v="6186" actId="20577"/>
        <pc:sldMkLst>
          <pc:docMk/>
          <pc:sldMk cId="1976257913" sldId="278"/>
        </pc:sldMkLst>
        <pc:spChg chg="mod">
          <ac:chgData name="Zed Chen" userId="b345aeec-2623-4d2a-83d2-603abc5a0165" providerId="ADAL" clId="{D0CC87AC-6335-4D75-A524-5F00DEBAFE40}" dt="2026-04-17T11:24:06.926" v="6186" actId="20577"/>
          <ac:spMkLst>
            <pc:docMk/>
            <pc:sldMk cId="1976257913" sldId="278"/>
            <ac:spMk id="3" creationId="{D71DB847-4DFB-066C-3D99-019FE683008B}"/>
          </ac:spMkLst>
        </pc:spChg>
      </pc:sldChg>
      <pc:sldChg chg="modSp add mod">
        <pc:chgData name="Zed Chen" userId="b345aeec-2623-4d2a-83d2-603abc5a0165" providerId="ADAL" clId="{D0CC87AC-6335-4D75-A524-5F00DEBAFE40}" dt="2026-04-17T11:06:23.108" v="4372" actId="20577"/>
        <pc:sldMkLst>
          <pc:docMk/>
          <pc:sldMk cId="2138176678" sldId="279"/>
        </pc:sldMkLst>
        <pc:spChg chg="mod">
          <ac:chgData name="Zed Chen" userId="b345aeec-2623-4d2a-83d2-603abc5a0165" providerId="ADAL" clId="{D0CC87AC-6335-4D75-A524-5F00DEBAFE40}" dt="2026-04-17T11:04:02.656" v="4094" actId="20577"/>
          <ac:spMkLst>
            <pc:docMk/>
            <pc:sldMk cId="2138176678" sldId="279"/>
            <ac:spMk id="2" creationId="{1138D97A-5B11-6BD8-EA71-C6FC2C72D041}"/>
          </ac:spMkLst>
        </pc:spChg>
        <pc:spChg chg="mod">
          <ac:chgData name="Zed Chen" userId="b345aeec-2623-4d2a-83d2-603abc5a0165" providerId="ADAL" clId="{D0CC87AC-6335-4D75-A524-5F00DEBAFE40}" dt="2026-04-17T11:06:23.108" v="4372" actId="20577"/>
          <ac:spMkLst>
            <pc:docMk/>
            <pc:sldMk cId="2138176678" sldId="279"/>
            <ac:spMk id="3" creationId="{0900D8DE-4D29-8A8F-A97E-18D6553961BE}"/>
          </ac:spMkLst>
        </pc:spChg>
      </pc:sldChg>
      <pc:sldChg chg="modSp new mod">
        <pc:chgData name="Zed Chen" userId="b345aeec-2623-4d2a-83d2-603abc5a0165" providerId="ADAL" clId="{D0CC87AC-6335-4D75-A524-5F00DEBAFE40}" dt="2026-04-17T11:22:28.790" v="6107" actId="207"/>
        <pc:sldMkLst>
          <pc:docMk/>
          <pc:sldMk cId="1769691143" sldId="280"/>
        </pc:sldMkLst>
        <pc:spChg chg="mod">
          <ac:chgData name="Zed Chen" userId="b345aeec-2623-4d2a-83d2-603abc5a0165" providerId="ADAL" clId="{D0CC87AC-6335-4D75-A524-5F00DEBAFE40}" dt="2026-04-17T11:09:40.887" v="4777"/>
          <ac:spMkLst>
            <pc:docMk/>
            <pc:sldMk cId="1769691143" sldId="280"/>
            <ac:spMk id="2" creationId="{85155EF7-247B-F496-212F-C9CEB6FE82BD}"/>
          </ac:spMkLst>
        </pc:spChg>
        <pc:spChg chg="mod">
          <ac:chgData name="Zed Chen" userId="b345aeec-2623-4d2a-83d2-603abc5a0165" providerId="ADAL" clId="{D0CC87AC-6335-4D75-A524-5F00DEBAFE40}" dt="2026-04-17T11:22:28.790" v="6107" actId="207"/>
          <ac:spMkLst>
            <pc:docMk/>
            <pc:sldMk cId="1769691143" sldId="280"/>
            <ac:spMk id="3" creationId="{DCB0AE67-D7AD-1658-4031-2D7B30120480}"/>
          </ac:spMkLst>
        </pc:spChg>
      </pc:sldChg>
      <pc:sldChg chg="modSp new mod">
        <pc:chgData name="Zed Chen" userId="b345aeec-2623-4d2a-83d2-603abc5a0165" providerId="ADAL" clId="{D0CC87AC-6335-4D75-A524-5F00DEBAFE40}" dt="2026-04-17T11:23:17.072" v="6154" actId="20577"/>
        <pc:sldMkLst>
          <pc:docMk/>
          <pc:sldMk cId="67496218" sldId="281"/>
        </pc:sldMkLst>
        <pc:spChg chg="mod">
          <ac:chgData name="Zed Chen" userId="b345aeec-2623-4d2a-83d2-603abc5a0165" providerId="ADAL" clId="{D0CC87AC-6335-4D75-A524-5F00DEBAFE40}" dt="2026-04-17T11:10:41.136" v="4991" actId="20577"/>
          <ac:spMkLst>
            <pc:docMk/>
            <pc:sldMk cId="67496218" sldId="281"/>
            <ac:spMk id="2" creationId="{0D69903A-970C-2AD6-5E16-604C18898FC2}"/>
          </ac:spMkLst>
        </pc:spChg>
        <pc:spChg chg="mod">
          <ac:chgData name="Zed Chen" userId="b345aeec-2623-4d2a-83d2-603abc5a0165" providerId="ADAL" clId="{D0CC87AC-6335-4D75-A524-5F00DEBAFE40}" dt="2026-04-17T11:23:17.072" v="6154" actId="20577"/>
          <ac:spMkLst>
            <pc:docMk/>
            <pc:sldMk cId="67496218" sldId="281"/>
            <ac:spMk id="3" creationId="{F37B5CE6-C76A-9FC2-7A58-60FED7735813}"/>
          </ac:spMkLst>
        </pc:spChg>
      </pc:sldChg>
      <pc:sldChg chg="modSp new mod">
        <pc:chgData name="Zed Chen" userId="b345aeec-2623-4d2a-83d2-603abc5a0165" providerId="ADAL" clId="{D0CC87AC-6335-4D75-A524-5F00DEBAFE40}" dt="2026-04-17T11:17:47.738" v="5927" actId="20577"/>
        <pc:sldMkLst>
          <pc:docMk/>
          <pc:sldMk cId="262303686" sldId="282"/>
        </pc:sldMkLst>
        <pc:spChg chg="mod">
          <ac:chgData name="Zed Chen" userId="b345aeec-2623-4d2a-83d2-603abc5a0165" providerId="ADAL" clId="{D0CC87AC-6335-4D75-A524-5F00DEBAFE40}" dt="2026-04-17T11:14:46.630" v="5539" actId="20577"/>
          <ac:spMkLst>
            <pc:docMk/>
            <pc:sldMk cId="262303686" sldId="282"/>
            <ac:spMk id="2" creationId="{CD298014-AD26-3EAA-7208-E5E26496E0BF}"/>
          </ac:spMkLst>
        </pc:spChg>
        <pc:spChg chg="mod">
          <ac:chgData name="Zed Chen" userId="b345aeec-2623-4d2a-83d2-603abc5a0165" providerId="ADAL" clId="{D0CC87AC-6335-4D75-A524-5F00DEBAFE40}" dt="2026-04-17T11:17:47.738" v="5927" actId="20577"/>
          <ac:spMkLst>
            <pc:docMk/>
            <pc:sldMk cId="262303686" sldId="282"/>
            <ac:spMk id="3" creationId="{360899AA-D1CC-02A6-8353-005989A271BD}"/>
          </ac:spMkLst>
        </pc:spChg>
      </pc:sldChg>
      <pc:sldChg chg="modSp new mod">
        <pc:chgData name="Zed Chen" userId="b345aeec-2623-4d2a-83d2-603abc5a0165" providerId="ADAL" clId="{D0CC87AC-6335-4D75-A524-5F00DEBAFE40}" dt="2026-04-17T11:19:23.336" v="5947" actId="207"/>
        <pc:sldMkLst>
          <pc:docMk/>
          <pc:sldMk cId="140725008" sldId="283"/>
        </pc:sldMkLst>
        <pc:spChg chg="mod">
          <ac:chgData name="Zed Chen" userId="b345aeec-2623-4d2a-83d2-603abc5a0165" providerId="ADAL" clId="{D0CC87AC-6335-4D75-A524-5F00DEBAFE40}" dt="2026-04-17T11:18:11.704" v="5944" actId="20577"/>
          <ac:spMkLst>
            <pc:docMk/>
            <pc:sldMk cId="140725008" sldId="283"/>
            <ac:spMk id="2" creationId="{82D7DB3F-DE9B-2084-B37C-DBCB45A87E2F}"/>
          </ac:spMkLst>
        </pc:spChg>
        <pc:spChg chg="mod">
          <ac:chgData name="Zed Chen" userId="b345aeec-2623-4d2a-83d2-603abc5a0165" providerId="ADAL" clId="{D0CC87AC-6335-4D75-A524-5F00DEBAFE40}" dt="2026-04-17T11:19:23.336" v="5947" actId="207"/>
          <ac:spMkLst>
            <pc:docMk/>
            <pc:sldMk cId="140725008" sldId="283"/>
            <ac:spMk id="3" creationId="{338236D1-6F1B-4C44-C35E-A76C49EC6652}"/>
          </ac:spMkLst>
        </pc:spChg>
      </pc:sldChg>
      <pc:sldChg chg="modSp new mod">
        <pc:chgData name="Zed Chen" userId="b345aeec-2623-4d2a-83d2-603abc5a0165" providerId="ADAL" clId="{D0CC87AC-6335-4D75-A524-5F00DEBAFE40}" dt="2026-04-17T11:26:20.076" v="6546" actId="20577"/>
        <pc:sldMkLst>
          <pc:docMk/>
          <pc:sldMk cId="2618074722" sldId="284"/>
        </pc:sldMkLst>
        <pc:spChg chg="mod">
          <ac:chgData name="Zed Chen" userId="b345aeec-2623-4d2a-83d2-603abc5a0165" providerId="ADAL" clId="{D0CC87AC-6335-4D75-A524-5F00DEBAFE40}" dt="2026-04-17T11:24:47.156" v="6198" actId="20577"/>
          <ac:spMkLst>
            <pc:docMk/>
            <pc:sldMk cId="2618074722" sldId="284"/>
            <ac:spMk id="2" creationId="{5B8CC852-7A65-E5BC-B943-029F62F836DD}"/>
          </ac:spMkLst>
        </pc:spChg>
        <pc:spChg chg="mod">
          <ac:chgData name="Zed Chen" userId="b345aeec-2623-4d2a-83d2-603abc5a0165" providerId="ADAL" clId="{D0CC87AC-6335-4D75-A524-5F00DEBAFE40}" dt="2026-04-17T11:26:20.076" v="6546" actId="20577"/>
          <ac:spMkLst>
            <pc:docMk/>
            <pc:sldMk cId="2618074722" sldId="284"/>
            <ac:spMk id="3" creationId="{638048BD-7742-A083-F59D-F5989A250F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4C5B-7BD2-15A5-3E2E-0664CA2F0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8678-17CD-11B1-3DFA-C70461DCC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F313E-1E1C-B3FD-0E47-70A139B8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8998C-5F7F-754D-6FAC-80F799945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33C84-BDA3-6169-1E53-059DB3B0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31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DF77F-B05A-5792-7AEA-B672E5A0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DC050-4746-13C7-92AA-5F7AEF372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49ED6-A5D6-4E88-6505-48AE5B67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7B92C-731E-F781-4499-2F0791B8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AAFF0-438F-42E6-874D-66141F1E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85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B961-E0C6-BA49-FB77-EB3351AE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ED470-2029-5A02-7DD2-F79BC8CCC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56631-C819-B5A2-B709-D15FA231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45F8-BEDC-2C82-E001-BF58A49C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4705-792B-1E95-C35B-131A1022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19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73AE6-C7AE-5815-752F-C03CBDC5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E54A1-1472-C47B-B386-A591CA9D6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12F70-06B4-D763-DA98-8501507D0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100A4-2EBA-4613-2FBB-47748C66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72654-1D3E-5EED-77D6-CC228885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76375-F72E-73CE-0356-8A975CC4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56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32EE-C558-C4D7-7AF3-2B62D157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F53E3-6E6A-DFA2-B461-40A18668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39562-EB0D-9456-6C70-60000A276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495EE-FDB6-029B-4FD8-A673EBBEE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2773B-9375-FB2C-AA57-54DC92B0A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69864-2CED-CB4A-5787-E6C95432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A9A5E-A6E8-C90A-9FAE-2AFF21BA8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5C7C4-FB31-F7D9-D646-B68908DA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81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705A-18D3-F46C-AE39-50A75C2C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263E1-819D-F55B-80BE-5B65F7A7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55D19-B80E-ADC6-9960-10E60526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70A7F-9A7F-6D24-007E-48398605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8C049-AFCE-28A0-70E5-57266E2F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44E72-CFDE-20B0-26CF-E28B7962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CB619-07F9-9A4F-1892-12B8D59C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96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1A70-56D9-E91E-7852-7004965B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A2C9-02C0-9BF0-80F9-7BC831685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41987-B673-7662-F7B2-01CB63419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3578C-D53D-2909-C092-752CD9A0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6C190-4B74-05F0-9391-FC8BA344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AC8B8-A594-56FC-002E-43723B85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09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33BE-BAE6-B577-D50B-45BCD021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21B27-DB28-D435-5AD0-B24E32617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3CDFB-B8D0-8390-0C28-46B11BE79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18132-209C-BCB6-58F8-23B371FD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DF91C-6EEB-1404-6C7F-5B0142E9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7934C-7E5F-0FB8-D788-9583681AD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07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6A37-9B01-403B-E533-2225DC2D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0A69A-C45A-E1DE-E897-BD82CC1F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D0638-FBEE-C02F-A108-EEF1CB0F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112D0-1868-E59D-637D-072E3DD4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69294-3D14-E30D-42A2-50FD8F7B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0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7BB5D-2146-0C2C-6FFC-090D7004B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A094F-D696-B7F3-18A6-B0D3B911A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1D990-2A51-DAE2-5629-1300729E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2AF70-E617-9FF4-B7AE-C33364CF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C276-7C2F-8356-8FC5-45702E55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DB18E-150D-3B6F-D56F-59B9806F9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AE713-2CA2-5B22-2E88-CD4E12C2C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F4011-3017-A6E3-6CC6-582ED172C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B2630-EB85-4444-9C31-292F6C6DBCAA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1E67-5B9D-494D-E988-401E62FC7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0D9A7-7F36-EC8A-3729-A9BCA6D17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964AA-3EE9-4FDB-BD1C-4CC01C19F2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2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ena-docs.readthedocs.io/en/latest/submit/fileprep/upload.html#uploading-files-using-command-line-ftp-clien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8A20B-E179-1F87-C0D4-83FC4A1EE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ENA data submission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064BB-2634-F5CF-9A02-3D80A837D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Zed </a:t>
            </a:r>
            <a:r>
              <a:rPr lang="en-GB" dirty="0" err="1"/>
              <a:t>chen</a:t>
            </a:r>
            <a:r>
              <a:rPr lang="en-GB" dirty="0"/>
              <a:t> 17/04/2026</a:t>
            </a:r>
          </a:p>
        </p:txBody>
      </p:sp>
    </p:spTree>
    <p:extLst>
      <p:ext uri="{BB962C8B-B14F-4D97-AF65-F5344CB8AC3E}">
        <p14:creationId xmlns:p14="http://schemas.microsoft.com/office/powerpoint/2010/main" val="400277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A5A626-024D-6BFA-AB55-FB141DBDD71C}"/>
              </a:ext>
            </a:extLst>
          </p:cNvPr>
          <p:cNvSpPr/>
          <p:nvPr/>
        </p:nvSpPr>
        <p:spPr>
          <a:xfrm>
            <a:off x="2688336" y="859536"/>
            <a:ext cx="1609344" cy="1014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7072A-8C65-1050-0B01-070CC3B1EB64}"/>
              </a:ext>
            </a:extLst>
          </p:cNvPr>
          <p:cNvSpPr/>
          <p:nvPr/>
        </p:nvSpPr>
        <p:spPr>
          <a:xfrm>
            <a:off x="5172456" y="859536"/>
            <a:ext cx="1609344" cy="10149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3C0E96-792D-E8E1-B0F0-ED66F44C3A1C}"/>
              </a:ext>
            </a:extLst>
          </p:cNvPr>
          <p:cNvSpPr/>
          <p:nvPr/>
        </p:nvSpPr>
        <p:spPr>
          <a:xfrm>
            <a:off x="5172456" y="2523744"/>
            <a:ext cx="1609344" cy="10149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B19791-FF08-A31E-420A-725C351E1045}"/>
              </a:ext>
            </a:extLst>
          </p:cNvPr>
          <p:cNvSpPr/>
          <p:nvPr/>
        </p:nvSpPr>
        <p:spPr>
          <a:xfrm>
            <a:off x="2688336" y="2523743"/>
            <a:ext cx="1609344" cy="10149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A2AD7E-2D6E-D78D-088C-8426D3CB4DB5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297680" y="1367028"/>
            <a:ext cx="8747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C8EC29-5D29-FA74-2916-A39918D819A3}"/>
              </a:ext>
            </a:extLst>
          </p:cNvPr>
          <p:cNvCxnSpPr/>
          <p:nvPr/>
        </p:nvCxnSpPr>
        <p:spPr>
          <a:xfrm>
            <a:off x="4255008" y="1874520"/>
            <a:ext cx="917448" cy="64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719EED-16AD-CC9B-7E64-2E4B05EB6321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493008" y="1874520"/>
            <a:ext cx="0" cy="649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799D30C-F279-444C-9B49-63173952DDCE}"/>
              </a:ext>
            </a:extLst>
          </p:cNvPr>
          <p:cNvSpPr/>
          <p:nvPr/>
        </p:nvSpPr>
        <p:spPr>
          <a:xfrm>
            <a:off x="8049768" y="859536"/>
            <a:ext cx="1609344" cy="10149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9427C4-4AC0-C495-1FAB-BE26A6554463}"/>
              </a:ext>
            </a:extLst>
          </p:cNvPr>
          <p:cNvSpPr/>
          <p:nvPr/>
        </p:nvSpPr>
        <p:spPr>
          <a:xfrm>
            <a:off x="8049768" y="2523743"/>
            <a:ext cx="1609344" cy="10149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3’’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52C3D3-D0A4-A3DB-97C3-7BB5E5885A3F}"/>
              </a:ext>
            </a:extLst>
          </p:cNvPr>
          <p:cNvSpPr/>
          <p:nvPr/>
        </p:nvSpPr>
        <p:spPr>
          <a:xfrm>
            <a:off x="8049768" y="4447032"/>
            <a:ext cx="1609344" cy="10149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3’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99B471-610C-7F56-6F84-B9A417E4B722}"/>
              </a:ext>
            </a:extLst>
          </p:cNvPr>
          <p:cNvSpPr/>
          <p:nvPr/>
        </p:nvSpPr>
        <p:spPr>
          <a:xfrm>
            <a:off x="5166360" y="4398264"/>
            <a:ext cx="1609344" cy="10149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F30360-672B-3E0A-EAF9-0C5D117B9096}"/>
              </a:ext>
            </a:extLst>
          </p:cNvPr>
          <p:cNvSpPr/>
          <p:nvPr/>
        </p:nvSpPr>
        <p:spPr>
          <a:xfrm>
            <a:off x="2688336" y="4395216"/>
            <a:ext cx="1609344" cy="10149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A3B3F2-4716-2905-38C3-92B29816B982}"/>
              </a:ext>
            </a:extLst>
          </p:cNvPr>
          <p:cNvCxnSpPr>
            <a:cxnSpLocks/>
          </p:cNvCxnSpPr>
          <p:nvPr/>
        </p:nvCxnSpPr>
        <p:spPr>
          <a:xfrm>
            <a:off x="6775704" y="3538727"/>
            <a:ext cx="1274064" cy="908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8D1163-80F5-1ACC-67EA-E6F236021DA7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5971032" y="3538726"/>
            <a:ext cx="0" cy="859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6F6BA9-8103-85E6-69FC-FD9F50BB0084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 flipV="1">
            <a:off x="6781800" y="3031235"/>
            <a:ext cx="12679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F5CB52-2793-7124-5FAA-E0F05F1F6AD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775704" y="1367028"/>
            <a:ext cx="1274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90CA9B-F6B2-F61E-4CC4-803C328D98D6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3493008" y="3538727"/>
            <a:ext cx="0" cy="856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34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B6D8-E90F-6A75-13F7-66E27E8D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an ENA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9251A-6B49-5EBB-9F72-E919D7DCA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don’t have an official ENA account for RBGE</a:t>
            </a:r>
          </a:p>
          <a:p>
            <a:r>
              <a:rPr lang="en-GB" dirty="0"/>
              <a:t>And it doesn’t hurt to have an account of your own</a:t>
            </a:r>
          </a:p>
          <a:p>
            <a:r>
              <a:rPr lang="en-GB" dirty="0"/>
              <a:t>https://www.ebi.ac.uk/ena/submit/webin/login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B9567-375F-B7CA-E426-7F98FF6E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90" t="13231" r="49157" b="62377"/>
          <a:stretch>
            <a:fillRect/>
          </a:stretch>
        </p:blipFill>
        <p:spPr>
          <a:xfrm>
            <a:off x="4811028" y="3324221"/>
            <a:ext cx="2569944" cy="308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9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0EA60-34A5-EFF6-7C50-460CC655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E632-AD1A-22DE-649C-4A9EC23A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an ENA account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7A4666-E12A-FA65-9272-40EA3401E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382" r="25142" b="49935"/>
          <a:stretch>
            <a:fillRect/>
          </a:stretch>
        </p:blipFill>
        <p:spPr>
          <a:xfrm>
            <a:off x="838200" y="1690687"/>
            <a:ext cx="10086474" cy="3273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617A02-E556-7E68-A188-5C8A37A2B303}"/>
              </a:ext>
            </a:extLst>
          </p:cNvPr>
          <p:cNvSpPr txBox="1"/>
          <p:nvPr/>
        </p:nvSpPr>
        <p:spPr>
          <a:xfrm>
            <a:off x="1280160" y="5467149"/>
            <a:ext cx="460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Remember to save your </a:t>
            </a:r>
            <a:r>
              <a:rPr lang="en-GB" dirty="0" err="1"/>
              <a:t>webin</a:t>
            </a:r>
            <a:r>
              <a:rPr lang="en-GB" dirty="0"/>
              <a:t> login details…</a:t>
            </a:r>
          </a:p>
        </p:txBody>
      </p:sp>
    </p:spTree>
    <p:extLst>
      <p:ext uri="{BB962C8B-B14F-4D97-AF65-F5344CB8AC3E}">
        <p14:creationId xmlns:p14="http://schemas.microsoft.com/office/powerpoint/2010/main" val="93458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171D-CC3E-2A95-5231-2D1C7BD7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an ENA account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9B685-E55A-E858-DE5B-1FD84D0B5CA8}"/>
              </a:ext>
            </a:extLst>
          </p:cNvPr>
          <p:cNvSpPr txBox="1"/>
          <p:nvPr/>
        </p:nvSpPr>
        <p:spPr>
          <a:xfrm>
            <a:off x="1280160" y="5467149"/>
            <a:ext cx="460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Remember to save your </a:t>
            </a:r>
            <a:r>
              <a:rPr lang="en-GB" dirty="0" err="1"/>
              <a:t>webin</a:t>
            </a:r>
            <a:r>
              <a:rPr lang="en-GB" dirty="0"/>
              <a:t> login details…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CE56F66-4152-DB0C-B95C-A6C8CDBF8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657" t="12239" r="25263" b="52147"/>
          <a:stretch>
            <a:fillRect/>
          </a:stretch>
        </p:blipFill>
        <p:spPr>
          <a:xfrm>
            <a:off x="838199" y="1690687"/>
            <a:ext cx="10156567" cy="377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46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855B-B23F-9865-5BA5-758B7980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C4E6-3FFD-E52C-67F9-6164DAE8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an ENA account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E0BA2-3BFD-40D9-BD4F-FEAE1571A566}"/>
              </a:ext>
            </a:extLst>
          </p:cNvPr>
          <p:cNvSpPr txBox="1"/>
          <p:nvPr/>
        </p:nvSpPr>
        <p:spPr>
          <a:xfrm>
            <a:off x="838199" y="5611528"/>
            <a:ext cx="866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For instance, This one is registered with the lab name Royal Botanic Garden Edinburgh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461D12-0AA2-C4C9-67CB-8ECC6C1C9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137" t="15557" r="43305" b="43078"/>
          <a:stretch>
            <a:fillRect/>
          </a:stretch>
        </p:blipFill>
        <p:spPr>
          <a:xfrm>
            <a:off x="838199" y="1690688"/>
            <a:ext cx="5658853" cy="379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2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1325-67E7-F5B5-F43C-78D156DA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EAB7F-E0AD-677D-C473-E1183BEA5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657" t="13787" r="23218" b="59669"/>
          <a:stretch>
            <a:fillRect/>
          </a:stretch>
        </p:blipFill>
        <p:spPr>
          <a:xfrm>
            <a:off x="838200" y="1690688"/>
            <a:ext cx="10732717" cy="286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0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1B89-C4B5-4E2D-C611-7150AAAE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6B16-0887-43AB-AEE2-B6D605B0A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comes the potentially troublesome part…</a:t>
            </a:r>
          </a:p>
          <a:p>
            <a:r>
              <a:rPr lang="en-GB" dirty="0">
                <a:sym typeface="Wingdings" panose="05000000000000000000" pitchFamily="2" charset="2"/>
              </a:rPr>
              <a:t> other checklist 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/>
              <a:t>ENA default sample checklist</a:t>
            </a:r>
          </a:p>
          <a:p>
            <a:pPr lvl="1"/>
            <a:r>
              <a:rPr lang="en-GB" b="1" dirty="0">
                <a:sym typeface="Wingdings" panose="05000000000000000000" pitchFamily="2" charset="2"/>
              </a:rPr>
              <a:t></a:t>
            </a:r>
            <a:r>
              <a:rPr lang="en-GB" dirty="0"/>
              <a:t> </a:t>
            </a:r>
            <a:r>
              <a:rPr lang="en-GB" b="1" dirty="0"/>
              <a:t>ENA Crop Plant sample enhanced annotation checklist</a:t>
            </a:r>
          </a:p>
          <a:p>
            <a:pPr lvl="1"/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b="1" dirty="0"/>
              <a:t>ENA Plant Sample Checklist</a:t>
            </a:r>
          </a:p>
          <a:p>
            <a:pPr lvl="1"/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b="1" dirty="0"/>
              <a:t>Tree of Life Checklist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519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E2BB9-D8DF-3870-B30A-4FA361D4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777B9-254A-4A0B-5BE5-FE7829ED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environmental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32269-3690-E518-DA09-1BE911D86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comes the potentially troublesome part…</a:t>
            </a:r>
          </a:p>
          <a:p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/>
              <a:t>Environmental Checklists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b="1" dirty="0"/>
              <a:t>ENA marker sequence checklist (meta barcoding)</a:t>
            </a:r>
          </a:p>
          <a:p>
            <a:pPr lvl="1"/>
            <a:r>
              <a:rPr lang="en-GB" b="1" dirty="0"/>
              <a:t>ENA binned metagenome (metagenomic assembly)</a:t>
            </a:r>
          </a:p>
          <a:p>
            <a:pPr lvl="1"/>
            <a:r>
              <a:rPr lang="en-GB" b="1" dirty="0"/>
              <a:t>GSC XXX… (for your reads, choose a most relevant environment, air, water, etc.)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717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94C1-B6D0-0D0B-527F-D016AADCC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Checklist: </a:t>
            </a:r>
            <a:r>
              <a:rPr lang="en-GB" b="1" dirty="0"/>
              <a:t>Tree of Life Checklist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462A6-F01B-0162-417D-C87B4F156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b="1" dirty="0"/>
              <a:t>Tree of Life Checklist </a:t>
            </a:r>
            <a:r>
              <a:rPr lang="en-GB" dirty="0"/>
              <a:t>as an example</a:t>
            </a:r>
          </a:p>
          <a:p>
            <a:r>
              <a:rPr lang="en-GB" dirty="0"/>
              <a:t>The download is in </a:t>
            </a:r>
            <a:r>
              <a:rPr lang="en-GB" dirty="0" err="1"/>
              <a:t>tsv</a:t>
            </a:r>
            <a:r>
              <a:rPr lang="en-GB" dirty="0"/>
              <a:t> format</a:t>
            </a:r>
          </a:p>
          <a:p>
            <a:r>
              <a:rPr lang="en-GB" dirty="0"/>
              <a:t>Having a look at the required fields. This also tells you what are necessary for your metadata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03188-7338-7197-4ACD-76378ADF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70" r="10158" b="71234"/>
          <a:stretch>
            <a:fillRect/>
          </a:stretch>
        </p:blipFill>
        <p:spPr>
          <a:xfrm>
            <a:off x="838200" y="4001294"/>
            <a:ext cx="10953549" cy="8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2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8A94-BD3F-EA83-2691-103C1E52B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Populating the </a:t>
            </a:r>
            <a:r>
              <a:rPr lang="en-GB" dirty="0" err="1"/>
              <a:t>tsv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37C6-0015-DBBA-7D01-7A32B1252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9581" cy="4351338"/>
          </a:xfrm>
        </p:spPr>
        <p:txBody>
          <a:bodyPr/>
          <a:lstStyle/>
          <a:p>
            <a:r>
              <a:rPr lang="en-GB" dirty="0"/>
              <a:t>For easier manipulation, we can copy the titles into a comma delimited csv</a:t>
            </a:r>
          </a:p>
          <a:p>
            <a:r>
              <a:rPr lang="en-GB" dirty="0"/>
              <a:t>To stop excel doing anything ‘smart’ by itself, format the cells to ‘Text’:</a:t>
            </a:r>
          </a:p>
          <a:p>
            <a:pPr lvl="1"/>
            <a:r>
              <a:rPr lang="en-GB" dirty="0"/>
              <a:t>This way it does not reformat your date etc automatically</a:t>
            </a:r>
          </a:p>
          <a:p>
            <a:r>
              <a:rPr lang="en-GB" dirty="0"/>
              <a:t>Select all</a:t>
            </a:r>
            <a:r>
              <a:rPr lang="en-GB" dirty="0">
                <a:sym typeface="Wingdings" panose="05000000000000000000" pitchFamily="2" charset="2"/>
              </a:rPr>
              <a:t> click right  format cells  Text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849F-7CC5-811B-2610-5F79F556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781" y="1957062"/>
            <a:ext cx="1213911" cy="2086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2C955A-7A02-6417-300F-1D1E05A43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247" y="1957062"/>
            <a:ext cx="50482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1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1A426-EA29-B715-B583-DDD10A39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56AD6-F182-D15B-2343-8AB123114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ENA has permitted values/required formats for many fields, so check the web page as you fill the form. Make sure it’s identical (or just copy and paste)</a:t>
            </a:r>
          </a:p>
          <a:p>
            <a:r>
              <a:rPr lang="en-GB" dirty="0"/>
              <a:t>E.g. </a:t>
            </a:r>
          </a:p>
          <a:p>
            <a:pPr lvl="1"/>
            <a:r>
              <a:rPr lang="en-GB" dirty="0" err="1"/>
              <a:t>Lifestage</a:t>
            </a:r>
            <a:endParaRPr lang="en-GB" dirty="0"/>
          </a:p>
          <a:p>
            <a:pPr lvl="2"/>
            <a:r>
              <a:rPr lang="en-GB" dirty="0" err="1"/>
              <a:t>gemetophyte</a:t>
            </a:r>
            <a:endParaRPr lang="en-GB" dirty="0"/>
          </a:p>
          <a:p>
            <a:pPr lvl="2"/>
            <a:r>
              <a:rPr lang="en-GB" dirty="0"/>
              <a:t>sporophyte </a:t>
            </a:r>
          </a:p>
          <a:p>
            <a:pPr lvl="2"/>
            <a:r>
              <a:rPr lang="en-GB" dirty="0"/>
              <a:t>embryo</a:t>
            </a:r>
          </a:p>
          <a:p>
            <a:pPr lvl="2"/>
            <a:r>
              <a:rPr lang="en-GB" dirty="0"/>
              <a:t>Etc. etc. </a:t>
            </a:r>
          </a:p>
          <a:p>
            <a:pPr lvl="1"/>
            <a:r>
              <a:rPr lang="en-GB" dirty="0"/>
              <a:t>collection date</a:t>
            </a:r>
          </a:p>
          <a:p>
            <a:pPr lvl="2"/>
            <a:r>
              <a:rPr lang="en-GB" dirty="0"/>
              <a:t>There’s a specific format (regular expression): 2008-01-23</a:t>
            </a:r>
          </a:p>
          <a:p>
            <a:pPr lvl="1"/>
            <a:r>
              <a:rPr lang="en-GB" dirty="0"/>
              <a:t>geographic location</a:t>
            </a:r>
          </a:p>
        </p:txBody>
      </p:sp>
    </p:spTree>
    <p:extLst>
      <p:ext uri="{BB962C8B-B14F-4D97-AF65-F5344CB8AC3E}">
        <p14:creationId xmlns:p14="http://schemas.microsoft.com/office/powerpoint/2010/main" val="77985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2AE9-B737-1461-BB09-8354B5CE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checklist: an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3ACDD-BB40-63EC-55F0-224A3A947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424" r="21825" b="63152"/>
          <a:stretch>
            <a:fillRect/>
          </a:stretch>
        </p:blipFill>
        <p:spPr>
          <a:xfrm>
            <a:off x="294335" y="1876925"/>
            <a:ext cx="11603329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2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9601-1252-F07B-7AE6-3C571869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Formatting metadata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9BDB-14AF-7532-535A-7C48D6931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9817" cy="4351338"/>
          </a:xfrm>
        </p:spPr>
        <p:txBody>
          <a:bodyPr/>
          <a:lstStyle/>
          <a:p>
            <a:r>
              <a:rPr lang="en-GB" dirty="0"/>
              <a:t>Convert comma delimited csv to </a:t>
            </a:r>
            <a:r>
              <a:rPr lang="en-GB" dirty="0" err="1"/>
              <a:t>tsv</a:t>
            </a:r>
            <a:r>
              <a:rPr lang="en-GB" dirty="0"/>
              <a:t> (command line)</a:t>
            </a:r>
          </a:p>
          <a:p>
            <a:pPr lvl="1"/>
            <a:r>
              <a:rPr lang="en-GB" dirty="0" err="1"/>
              <a:t>sed</a:t>
            </a:r>
            <a:r>
              <a:rPr lang="en-GB" dirty="0"/>
              <a:t> 's/,/\t/g’ YOUR_CSV.csv &gt; </a:t>
            </a:r>
            <a:r>
              <a:rPr lang="en-GB" dirty="0" err="1"/>
              <a:t>YOUR_TSV.tsv</a:t>
            </a:r>
            <a:endParaRPr lang="en-GB" dirty="0"/>
          </a:p>
          <a:p>
            <a:r>
              <a:rPr lang="en-GB" dirty="0"/>
              <a:t>Convert: save as Text (Tab delimited) </a:t>
            </a:r>
            <a:r>
              <a:rPr lang="en-GB" dirty="0">
                <a:sym typeface="Wingdings" panose="05000000000000000000" pitchFamily="2" charset="2"/>
              </a:rPr>
              <a:t> rename </a:t>
            </a:r>
            <a:r>
              <a:rPr lang="en-GB" dirty="0" err="1">
                <a:sym typeface="Wingdings" panose="05000000000000000000" pitchFamily="2" charset="2"/>
              </a:rPr>
              <a:t>surfix</a:t>
            </a:r>
            <a:r>
              <a:rPr lang="en-GB" dirty="0">
                <a:sym typeface="Wingdings" panose="05000000000000000000" pitchFamily="2" charset="2"/>
              </a:rPr>
              <a:t> to </a:t>
            </a:r>
            <a:r>
              <a:rPr lang="en-GB" dirty="0" err="1">
                <a:sym typeface="Wingdings" panose="05000000000000000000" pitchFamily="2" charset="2"/>
              </a:rPr>
              <a:t>tsv</a:t>
            </a:r>
            <a:r>
              <a:rPr lang="en-GB" dirty="0">
                <a:sym typeface="Wingdings" panose="05000000000000000000" pitchFamily="2" charset="2"/>
              </a:rPr>
              <a:t> (ENA can only support </a:t>
            </a:r>
            <a:r>
              <a:rPr lang="en-GB" dirty="0" err="1">
                <a:sym typeface="Wingdings" panose="05000000000000000000" pitchFamily="2" charset="2"/>
              </a:rPr>
              <a:t>tsv</a:t>
            </a:r>
            <a:r>
              <a:rPr lang="en-GB" dirty="0">
                <a:sym typeface="Wingdings" panose="05000000000000000000" pitchFamily="2" charset="2"/>
              </a:rPr>
              <a:t>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13A19-5C82-CCAD-8D7F-AFB3F3AB00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681"/>
          <a:stretch>
            <a:fillRect/>
          </a:stretch>
        </p:blipFill>
        <p:spPr>
          <a:xfrm>
            <a:off x="7449954" y="279185"/>
            <a:ext cx="3224464" cy="6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8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6C297D-8395-3015-59BC-A5B2861D7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8774" t="21751" r="38854" b="15870"/>
          <a:stretch>
            <a:fillRect/>
          </a:stretch>
        </p:blipFill>
        <p:spPr>
          <a:xfrm>
            <a:off x="7671335" y="0"/>
            <a:ext cx="4520665" cy="685391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248F46-34FE-68C8-99C2-AFBDCAF9032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8331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Each sample can only be registered once and get one accession </a:t>
            </a:r>
          </a:p>
        </p:txBody>
      </p:sp>
    </p:spTree>
    <p:extLst>
      <p:ext uri="{BB962C8B-B14F-4D97-AF65-F5344CB8AC3E}">
        <p14:creationId xmlns:p14="http://schemas.microsoft.com/office/powerpoint/2010/main" val="2368834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D4ED-377B-0D7F-19E1-1C1F5346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Sample report: check what samples have you registered (and a quick way to download accessions)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2148A0-01B5-1CF2-7309-A6CCA0034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80024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4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AC89-FBEB-CB3A-06AC-7127FDE4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Submit reads/data to 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C066-DB43-475B-9123-F5EC6B24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 this step links your uploaded file to the samples you have registered </a:t>
            </a:r>
          </a:p>
          <a:p>
            <a:r>
              <a:rPr lang="en-GB" dirty="0"/>
              <a:t>You are submitting a metadata sheet basically</a:t>
            </a:r>
          </a:p>
          <a:p>
            <a:r>
              <a:rPr lang="en-GB" dirty="0"/>
              <a:t>ENA will check the sheet against the data and validate your submission (or disapprove your submission…)</a:t>
            </a:r>
          </a:p>
        </p:txBody>
      </p:sp>
    </p:spTree>
    <p:extLst>
      <p:ext uri="{BB962C8B-B14F-4D97-AF65-F5344CB8AC3E}">
        <p14:creationId xmlns:p14="http://schemas.microsoft.com/office/powerpoint/2010/main" val="1027436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03F3-904F-24A9-86DB-F4670F79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raw read submission as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45D9A-D399-465B-6269-40924A31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Even if you might not be planning on submitting data soon, it could be a good idea to download a spreadsheet and check if any fields in meta data is missing</a:t>
            </a:r>
          </a:p>
          <a:p>
            <a:r>
              <a:rPr lang="en-GB" dirty="0"/>
              <a:t>You can use it as a general guideline for metadata management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020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AFFB-44B6-B21B-F8CE-D888597C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Raw read submission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F5A37F-8DBC-6225-B417-2D32C5CC4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75" t="27181" r="9969" b="16921"/>
          <a:stretch>
            <a:fillRect/>
          </a:stretch>
        </p:blipFill>
        <p:spPr>
          <a:xfrm>
            <a:off x="621791" y="1508759"/>
            <a:ext cx="10982699" cy="3803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E29D0F-424E-6AAF-6AE9-09BBA0D41FDC}"/>
              </a:ext>
            </a:extLst>
          </p:cNvPr>
          <p:cNvSpPr txBox="1"/>
          <p:nvPr/>
        </p:nvSpPr>
        <p:spPr>
          <a:xfrm>
            <a:off x="7278624" y="2121408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Sample accession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C62E5-1A1B-F3D7-9449-02A4728865A0}"/>
              </a:ext>
            </a:extLst>
          </p:cNvPr>
          <p:cNvSpPr txBox="1"/>
          <p:nvPr/>
        </p:nvSpPr>
        <p:spPr>
          <a:xfrm>
            <a:off x="7278624" y="2392680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accession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68DE7-CA90-DE1E-10F4-74D9FD3F3FF2}"/>
              </a:ext>
            </a:extLst>
          </p:cNvPr>
          <p:cNvSpPr txBox="1"/>
          <p:nvPr/>
        </p:nvSpPr>
        <p:spPr>
          <a:xfrm>
            <a:off x="6958583" y="2916984"/>
            <a:ext cx="539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Well I put the sample alias (unique identifier on tube)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BDD45-1738-98B0-B691-4BA279EA07DF}"/>
              </a:ext>
            </a:extLst>
          </p:cNvPr>
          <p:cNvSpPr txBox="1"/>
          <p:nvPr/>
        </p:nvSpPr>
        <p:spPr>
          <a:xfrm>
            <a:off x="6817665" y="4429950"/>
            <a:ext cx="465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Should be from original sequencing company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23FAC-077A-7921-0923-60174912E888}"/>
              </a:ext>
            </a:extLst>
          </p:cNvPr>
          <p:cNvSpPr txBox="1"/>
          <p:nvPr/>
        </p:nvSpPr>
        <p:spPr>
          <a:xfrm>
            <a:off x="6817664" y="4943332"/>
            <a:ext cx="465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Should be from original sequencing company</a:t>
            </a:r>
          </a:p>
        </p:txBody>
      </p:sp>
    </p:spTree>
    <p:extLst>
      <p:ext uri="{BB962C8B-B14F-4D97-AF65-F5344CB8AC3E}">
        <p14:creationId xmlns:p14="http://schemas.microsoft.com/office/powerpoint/2010/main" val="885247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5EF7-247B-F496-212F-C9CEB6FE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MD5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0AE67-D7AD-1658-4031-2D7B30120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MD5 (Message-Digest Algorithm 5) is </a:t>
            </a:r>
            <a:r>
              <a:rPr lang="en-GB" dirty="0">
                <a:effectLst/>
              </a:rPr>
              <a:t>a widely used cryptographic hash function that converts input data of any size into a fixed-length 128-bit (</a:t>
            </a:r>
            <a:r>
              <a:rPr lang="en-GB" dirty="0">
                <a:solidFill>
                  <a:schemeClr val="accent6"/>
                </a:solidFill>
                <a:effectLst/>
              </a:rPr>
              <a:t>32-character hexadecimal</a:t>
            </a:r>
            <a:r>
              <a:rPr lang="en-GB" dirty="0">
                <a:effectLst/>
              </a:rPr>
              <a:t>) "</a:t>
            </a:r>
            <a:r>
              <a:rPr lang="en-GB" dirty="0">
                <a:solidFill>
                  <a:schemeClr val="accent6"/>
                </a:solidFill>
                <a:effectLst/>
              </a:rPr>
              <a:t>fingerprint</a:t>
            </a:r>
            <a:r>
              <a:rPr lang="en-GB" dirty="0">
                <a:effectLst/>
              </a:rPr>
              <a:t>" or hash</a:t>
            </a:r>
            <a:r>
              <a:rPr lang="en-GB" dirty="0"/>
              <a:t>. It is primarily used for file integrity checks and </a:t>
            </a:r>
            <a:r>
              <a:rPr lang="en-GB" dirty="0">
                <a:solidFill>
                  <a:schemeClr val="accent6"/>
                </a:solidFill>
              </a:rPr>
              <a:t>data verification</a:t>
            </a:r>
            <a:r>
              <a:rPr lang="en-GB" dirty="0"/>
              <a:t>, but it is considered insecure for password storage or cryptographic security due to collision vulnerabilities. </a:t>
            </a:r>
          </a:p>
        </p:txBody>
      </p:sp>
    </p:spTree>
    <p:extLst>
      <p:ext uri="{BB962C8B-B14F-4D97-AF65-F5344CB8AC3E}">
        <p14:creationId xmlns:p14="http://schemas.microsoft.com/office/powerpoint/2010/main" val="1769691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903A-970C-2AD6-5E16-604C1889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to find MD5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5CE6-C76A-9FC2-7A58-60FED7735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You should double check MD5 when uploading data to </a:t>
            </a:r>
            <a:r>
              <a:rPr lang="en-GB" dirty="0" err="1"/>
              <a:t>dataheap</a:t>
            </a:r>
            <a:r>
              <a:rPr lang="en-GB" dirty="0"/>
              <a:t> or downloading from </a:t>
            </a:r>
            <a:r>
              <a:rPr lang="en-GB" dirty="0" err="1"/>
              <a:t>NovoGene</a:t>
            </a:r>
            <a:r>
              <a:rPr lang="en-GB" dirty="0"/>
              <a:t> etc</a:t>
            </a:r>
          </a:p>
          <a:p>
            <a:r>
              <a:rPr lang="en-GB" dirty="0"/>
              <a:t>MD5 is provided in their downloading package:</a:t>
            </a:r>
          </a:p>
          <a:p>
            <a:pPr lvl="1"/>
            <a:r>
              <a:rPr lang="en-GB" dirty="0"/>
              <a:t>One for the entire tar file:</a:t>
            </a:r>
          </a:p>
          <a:p>
            <a:pPr lvl="2"/>
            <a:r>
              <a:rPr lang="en-GB" dirty="0"/>
              <a:t>62c0243dd9f40ea44ff9eb82e8e248d7  X204SC26013133-Z01-F003.tar</a:t>
            </a:r>
          </a:p>
          <a:p>
            <a:pPr lvl="1"/>
            <a:r>
              <a:rPr lang="en-GB" dirty="0"/>
              <a:t>Within the tar file, one MD5 file for all files</a:t>
            </a:r>
          </a:p>
          <a:p>
            <a:pPr lvl="1"/>
            <a:r>
              <a:rPr lang="en-GB" dirty="0"/>
              <a:t>Within the individual sample directory, one MD5 file for the sample itself</a:t>
            </a:r>
          </a:p>
          <a:p>
            <a:r>
              <a:rPr lang="en-GB" dirty="0"/>
              <a:t>The MD5 files should be included in </a:t>
            </a:r>
            <a:r>
              <a:rPr lang="en-GB" dirty="0" err="1"/>
              <a:t>dataheap</a:t>
            </a:r>
            <a:r>
              <a:rPr lang="en-GB" dirty="0"/>
              <a:t> record along with metadata</a:t>
            </a:r>
          </a:p>
          <a:p>
            <a:r>
              <a:rPr lang="en-GB" dirty="0">
                <a:solidFill>
                  <a:schemeClr val="accent6"/>
                </a:solidFill>
              </a:rPr>
              <a:t>You’ll never know if a file is exactly the same as the original file unless you still have the original MD5</a:t>
            </a:r>
          </a:p>
        </p:txBody>
      </p:sp>
    </p:spTree>
    <p:extLst>
      <p:ext uri="{BB962C8B-B14F-4D97-AF65-F5344CB8AC3E}">
        <p14:creationId xmlns:p14="http://schemas.microsoft.com/office/powerpoint/2010/main" val="67496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8014-AD26-3EAA-7208-E5E26496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Calculate MD5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99AA-D1CC-02A6-8353-005989A27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MD5 can be calculated in CML simply with: </a:t>
            </a:r>
          </a:p>
          <a:p>
            <a:pPr lvl="1"/>
            <a:r>
              <a:rPr lang="en-GB" dirty="0"/>
              <a:t>md5sum $FILE</a:t>
            </a:r>
          </a:p>
          <a:p>
            <a:r>
              <a:rPr lang="en-GB" dirty="0"/>
              <a:t>It takes a while, so you might want to use a screen session</a:t>
            </a:r>
          </a:p>
          <a:p>
            <a:r>
              <a:rPr lang="en-GB" dirty="0"/>
              <a:t>You can also use a for loop to get MD5 for all files at once and record the result:</a:t>
            </a:r>
          </a:p>
          <a:p>
            <a:pPr lvl="1"/>
            <a:r>
              <a:rPr lang="en-GB" dirty="0"/>
              <a:t>for file in /</a:t>
            </a:r>
            <a:r>
              <a:rPr lang="en-GB" dirty="0" err="1"/>
              <a:t>mnt</a:t>
            </a:r>
            <a:r>
              <a:rPr lang="en-GB" dirty="0"/>
              <a:t>/shared/projects/</a:t>
            </a:r>
            <a:r>
              <a:rPr lang="en-GB" dirty="0" err="1"/>
              <a:t>rbge</a:t>
            </a:r>
            <a:r>
              <a:rPr lang="en-GB" dirty="0"/>
              <a:t>/willow/45926*fq.gz</a:t>
            </a:r>
          </a:p>
          <a:p>
            <a:pPr lvl="1"/>
            <a:r>
              <a:rPr lang="en-GB" dirty="0"/>
              <a:t>&gt; do</a:t>
            </a:r>
          </a:p>
          <a:p>
            <a:pPr lvl="1"/>
            <a:r>
              <a:rPr lang="en-GB" dirty="0"/>
              <a:t>&gt; md5sum $file</a:t>
            </a:r>
          </a:p>
          <a:p>
            <a:pPr lvl="1"/>
            <a:r>
              <a:rPr lang="en-GB" dirty="0"/>
              <a:t>&gt; done &gt; old_salix_MD5.txt &amp;</a:t>
            </a:r>
          </a:p>
          <a:p>
            <a:r>
              <a:rPr lang="en-GB" dirty="0"/>
              <a:t>The &amp; makes the program running in background so you can keep doing other things. </a:t>
            </a:r>
          </a:p>
        </p:txBody>
      </p:sp>
    </p:spTree>
    <p:extLst>
      <p:ext uri="{BB962C8B-B14F-4D97-AF65-F5344CB8AC3E}">
        <p14:creationId xmlns:p14="http://schemas.microsoft.com/office/powerpoint/2010/main" val="262303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75E5-2804-BCDF-DB8E-B9C87B64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files to 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5B2E-EBCD-0D86-6D2B-3C90D1B39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https://ena-docs.readthedocs.io/en/latest/submit/fileprep/upload.html#uploading-files-using-command-line-ftp-client</a:t>
            </a:r>
            <a:endParaRPr lang="en-GB" dirty="0"/>
          </a:p>
          <a:p>
            <a:r>
              <a:rPr lang="en-GB" dirty="0"/>
              <a:t>The easiest way is probably to use </a:t>
            </a:r>
            <a:r>
              <a:rPr lang="en-GB" dirty="0" err="1"/>
              <a:t>lftp</a:t>
            </a:r>
            <a:endParaRPr lang="en-GB" dirty="0"/>
          </a:p>
          <a:p>
            <a:r>
              <a:rPr lang="en-GB" dirty="0"/>
              <a:t>If you are on Toby, you can </a:t>
            </a:r>
            <a:r>
              <a:rPr lang="en-GB" dirty="0" err="1"/>
              <a:t>sudo</a:t>
            </a:r>
            <a:r>
              <a:rPr lang="en-GB" dirty="0"/>
              <a:t> mount </a:t>
            </a:r>
            <a:r>
              <a:rPr lang="en-GB" dirty="0" err="1"/>
              <a:t>dataheap</a:t>
            </a:r>
            <a:r>
              <a:rPr lang="en-GB" dirty="0"/>
              <a:t> to directly access the files there</a:t>
            </a:r>
          </a:p>
          <a:p>
            <a:r>
              <a:rPr lang="en-GB" dirty="0"/>
              <a:t>If you are on </a:t>
            </a:r>
            <a:r>
              <a:rPr lang="en-GB" dirty="0" err="1"/>
              <a:t>Cropdiversity</a:t>
            </a:r>
            <a:r>
              <a:rPr lang="en-GB" dirty="0"/>
              <a:t>, well you need to get the data on </a:t>
            </a:r>
            <a:r>
              <a:rPr lang="en-GB" dirty="0" err="1"/>
              <a:t>Cropdiversity</a:t>
            </a:r>
            <a:r>
              <a:rPr lang="en-GB" dirty="0"/>
              <a:t> first (</a:t>
            </a:r>
            <a:r>
              <a:rPr lang="en-GB" dirty="0" err="1"/>
              <a:t>scp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9819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366F-0E4F-4274-C52E-6D0A279D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files to ENA: </a:t>
            </a:r>
            <a:r>
              <a:rPr lang="en-GB" dirty="0" err="1"/>
              <a:t>CropDiversity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2D2C-A477-335A-CCE1-BFC2388E0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1, get a node with </a:t>
            </a:r>
            <a:r>
              <a:rPr lang="en-GB" dirty="0" err="1"/>
              <a:t>srun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srun</a:t>
            </a:r>
            <a:r>
              <a:rPr lang="en-GB" dirty="0"/>
              <a:t> --partition=medium --</a:t>
            </a:r>
            <a:r>
              <a:rPr lang="en-GB" dirty="0" err="1"/>
              <a:t>cpus</a:t>
            </a:r>
            <a:r>
              <a:rPr lang="en-GB" dirty="0"/>
              <a:t>-per-task=8 --mem=16G --</a:t>
            </a:r>
            <a:r>
              <a:rPr lang="en-GB" dirty="0" err="1"/>
              <a:t>pty</a:t>
            </a:r>
            <a:r>
              <a:rPr lang="en-GB" dirty="0"/>
              <a:t> bash</a:t>
            </a:r>
          </a:p>
          <a:p>
            <a:pPr lvl="1"/>
            <a:r>
              <a:rPr lang="en-GB" dirty="0"/>
              <a:t>Medium gives you 24 hours on the node</a:t>
            </a:r>
          </a:p>
          <a:p>
            <a:pPr lvl="1"/>
            <a:r>
              <a:rPr lang="en-GB" dirty="0"/>
              <a:t>You can request long if you really have a lot of files to upload</a:t>
            </a:r>
          </a:p>
          <a:p>
            <a:r>
              <a:rPr lang="en-GB" dirty="0"/>
              <a:t>2, start a screen session:</a:t>
            </a:r>
          </a:p>
          <a:p>
            <a:pPr lvl="1"/>
            <a:r>
              <a:rPr lang="en-GB" dirty="0"/>
              <a:t>screen –S YOUR_SESSION_NAME</a:t>
            </a:r>
          </a:p>
          <a:p>
            <a:pPr lvl="1"/>
            <a:r>
              <a:rPr lang="en-GB" dirty="0"/>
              <a:t>E.G. screen –S </a:t>
            </a:r>
            <a:r>
              <a:rPr lang="en-GB" dirty="0" err="1"/>
              <a:t>upload_XXXdirectory</a:t>
            </a:r>
            <a:endParaRPr lang="en-GB" dirty="0"/>
          </a:p>
          <a:p>
            <a:r>
              <a:rPr lang="en-GB" dirty="0"/>
              <a:t>3, login to </a:t>
            </a:r>
            <a:r>
              <a:rPr lang="en-GB" dirty="0" err="1"/>
              <a:t>lftp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lftp</a:t>
            </a:r>
            <a:r>
              <a:rPr lang="en-GB" dirty="0"/>
              <a:t> webin2.ebi.ac.uk -u YOUR_WEBIN_ACCOUNT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lftp</a:t>
            </a:r>
            <a:r>
              <a:rPr lang="en-GB" dirty="0"/>
              <a:t> webin2.ebi.ac.uk -u Webin-74912</a:t>
            </a:r>
          </a:p>
        </p:txBody>
      </p:sp>
    </p:spTree>
    <p:extLst>
      <p:ext uri="{BB962C8B-B14F-4D97-AF65-F5344CB8AC3E}">
        <p14:creationId xmlns:p14="http://schemas.microsoft.com/office/powerpoint/2010/main" val="3173053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DB3F-DE9B-2084-B37C-DBCB45A8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screen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236D1-6F1B-4C44-C35E-A76C49EC6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Screen is a </a:t>
            </a:r>
            <a:r>
              <a:rPr lang="en-GB" b="1" dirty="0"/>
              <a:t>terminal multiplexer</a:t>
            </a:r>
            <a:r>
              <a:rPr lang="en-GB" dirty="0"/>
              <a:t>, a tool that allows you to run and manage multiple terminal sessions within a single window. Its most powerful feature is </a:t>
            </a:r>
            <a:r>
              <a:rPr lang="en-GB" b="1" dirty="0">
                <a:solidFill>
                  <a:schemeClr val="accent6"/>
                </a:solidFill>
              </a:rPr>
              <a:t>session persistence</a:t>
            </a:r>
            <a:r>
              <a:rPr lang="en-GB" dirty="0">
                <a:solidFill>
                  <a:schemeClr val="accent6"/>
                </a:solidFill>
              </a:rPr>
              <a:t>: a screen session runs in the background, so you can detach from it and log out, and later reattach to resume your work exactly where you left off.</a:t>
            </a:r>
          </a:p>
          <a:p>
            <a:r>
              <a:rPr lang="en-GB" dirty="0"/>
              <a:t>This is an essential tool for remote servers or long-running processes on HPC clusters, as it prevents work from being interrupted by network instability.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25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3DCB-2310-70CA-414D-9ED07FBC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FEE4-7EBA-EFF1-0063-0E6DAFB5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files to ENA: </a:t>
            </a:r>
            <a:r>
              <a:rPr lang="en-GB" dirty="0" err="1"/>
              <a:t>CropDiversity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DB847-4DFB-066C-3D99-019FE6830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4, UPLOAD, finally</a:t>
            </a:r>
          </a:p>
          <a:p>
            <a:pPr lvl="1"/>
            <a:r>
              <a:rPr lang="en-GB" dirty="0" err="1"/>
              <a:t>mput</a:t>
            </a:r>
            <a:r>
              <a:rPr lang="en-GB" dirty="0"/>
              <a:t> </a:t>
            </a:r>
            <a:r>
              <a:rPr lang="en-GB" dirty="0">
                <a:solidFill>
                  <a:schemeClr val="accent6"/>
                </a:solidFill>
              </a:rPr>
              <a:t>–E</a:t>
            </a:r>
            <a:r>
              <a:rPr lang="en-GB" dirty="0"/>
              <a:t> $PATH_TO_FILE</a:t>
            </a:r>
          </a:p>
          <a:p>
            <a:r>
              <a:rPr lang="en-GB" dirty="0"/>
              <a:t>You might want to use regular expression to specify a lot of files together</a:t>
            </a:r>
          </a:p>
          <a:p>
            <a:r>
              <a:rPr lang="en-GB" dirty="0"/>
              <a:t>Press control A D to exit session</a:t>
            </a:r>
          </a:p>
          <a:p>
            <a:r>
              <a:rPr lang="en-GB" dirty="0"/>
              <a:t>You can start a new session to submit files from a different location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257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1BD5-C967-9190-847C-98694A356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D97A-5B11-6BD8-EA71-C6FC2C72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files to ENA: 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D8DE-4D29-8A8F-A97E-18D65539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Login to your </a:t>
            </a:r>
            <a:r>
              <a:rPr lang="en-GB" dirty="0" err="1"/>
              <a:t>webin</a:t>
            </a:r>
            <a:r>
              <a:rPr lang="en-GB" dirty="0"/>
              <a:t> account</a:t>
            </a:r>
          </a:p>
          <a:p>
            <a:r>
              <a:rPr lang="en-GB" dirty="0"/>
              <a:t>Start a session called </a:t>
            </a:r>
            <a:r>
              <a:rPr lang="en-GB" dirty="0" err="1"/>
              <a:t>upload_test</a:t>
            </a:r>
            <a:endParaRPr lang="en-GB" dirty="0"/>
          </a:p>
          <a:p>
            <a:r>
              <a:rPr lang="en-GB" dirty="0"/>
              <a:t>Upload this file: /</a:t>
            </a:r>
            <a:r>
              <a:rPr lang="en-GB" dirty="0" err="1"/>
              <a:t>mnt</a:t>
            </a:r>
            <a:r>
              <a:rPr lang="en-GB" dirty="0"/>
              <a:t>/shared/projects/</a:t>
            </a:r>
            <a:r>
              <a:rPr lang="en-GB" dirty="0" err="1"/>
              <a:t>rbge</a:t>
            </a:r>
            <a:r>
              <a:rPr lang="en-GB" dirty="0"/>
              <a:t>/willow/45926#1_R1.fq.gz</a:t>
            </a:r>
          </a:p>
          <a:p>
            <a:r>
              <a:rPr lang="en-GB" dirty="0"/>
              <a:t>Regular expression: *</a:t>
            </a:r>
          </a:p>
          <a:p>
            <a:r>
              <a:rPr lang="en-GB" dirty="0"/>
              <a:t>For both R1 and R2: </a:t>
            </a:r>
          </a:p>
          <a:p>
            <a:pPr lvl="1"/>
            <a:r>
              <a:rPr lang="en-GB" dirty="0"/>
              <a:t>/</a:t>
            </a:r>
            <a:r>
              <a:rPr lang="en-GB" dirty="0" err="1"/>
              <a:t>mnt</a:t>
            </a:r>
            <a:r>
              <a:rPr lang="en-GB" dirty="0"/>
              <a:t>/shared/projects/</a:t>
            </a:r>
            <a:r>
              <a:rPr lang="en-GB" dirty="0" err="1"/>
              <a:t>rbge</a:t>
            </a:r>
            <a:r>
              <a:rPr lang="en-GB" dirty="0"/>
              <a:t>/willow/45926#1_R*.fq.gz</a:t>
            </a:r>
          </a:p>
          <a:p>
            <a:r>
              <a:rPr lang="en-GB" dirty="0"/>
              <a:t>For all fq.gz. Files in the directory:</a:t>
            </a:r>
          </a:p>
          <a:p>
            <a:pPr lvl="1"/>
            <a:r>
              <a:rPr lang="en-GB" dirty="0"/>
              <a:t>/</a:t>
            </a:r>
            <a:r>
              <a:rPr lang="en-GB" dirty="0" err="1"/>
              <a:t>mnt</a:t>
            </a:r>
            <a:r>
              <a:rPr lang="en-GB" dirty="0"/>
              <a:t>/shared/projects/</a:t>
            </a:r>
            <a:r>
              <a:rPr lang="en-GB" dirty="0" err="1"/>
              <a:t>rbge</a:t>
            </a:r>
            <a:r>
              <a:rPr lang="en-GB" dirty="0"/>
              <a:t>/willow/*_R*.fq.gz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8176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45B6-8DB6-BB4A-CE2A-D5B03F36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to ENA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39C1-3C0C-5B10-8173-B9EC2E4E9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the reads are uploaded, they are temporarily sitting in the uploading region. </a:t>
            </a:r>
          </a:p>
          <a:p>
            <a:r>
              <a:rPr lang="en-GB" dirty="0"/>
              <a:t>Then you can submit a metadata spreadsheet to finalize the submission</a:t>
            </a:r>
          </a:p>
          <a:p>
            <a:r>
              <a:rPr lang="en-GB" dirty="0"/>
              <a:t>You upload assembly files the same way using </a:t>
            </a:r>
            <a:r>
              <a:rPr lang="en-GB" dirty="0" err="1"/>
              <a:t>lftp</a:t>
            </a:r>
            <a:r>
              <a:rPr lang="en-GB" dirty="0"/>
              <a:t>. Only the metadata bit is a bit different</a:t>
            </a:r>
          </a:p>
        </p:txBody>
      </p:sp>
    </p:spTree>
    <p:extLst>
      <p:ext uri="{BB962C8B-B14F-4D97-AF65-F5344CB8AC3E}">
        <p14:creationId xmlns:p14="http://schemas.microsoft.com/office/powerpoint/2010/main" val="2356201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CC852-7A65-E5BC-B943-029F62F8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048BD-7742-A083-F59D-F5989A25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MD5 when retrieving your data</a:t>
            </a:r>
          </a:p>
          <a:p>
            <a:r>
              <a:rPr lang="en-GB" dirty="0"/>
              <a:t>Keep MD5 when </a:t>
            </a:r>
            <a:r>
              <a:rPr lang="en-GB" dirty="0" err="1"/>
              <a:t>backuping</a:t>
            </a:r>
            <a:r>
              <a:rPr lang="en-GB" dirty="0"/>
              <a:t> to </a:t>
            </a:r>
            <a:r>
              <a:rPr lang="en-GB" dirty="0" err="1"/>
              <a:t>dataheap</a:t>
            </a:r>
            <a:endParaRPr lang="en-GB" dirty="0"/>
          </a:p>
          <a:p>
            <a:r>
              <a:rPr lang="en-GB" dirty="0"/>
              <a:t>Check the spreadsheet for your metadata management (it can save you a lot of trouble in the future)</a:t>
            </a:r>
          </a:p>
          <a:p>
            <a:r>
              <a:rPr lang="en-GB" dirty="0"/>
              <a:t>Also keep a copy of the metadata in </a:t>
            </a:r>
            <a:r>
              <a:rPr lang="en-GB" dirty="0" err="1"/>
              <a:t>dataheap</a:t>
            </a:r>
            <a:r>
              <a:rPr lang="en-GB" dirty="0"/>
              <a:t> (orphan data are </a:t>
            </a:r>
            <a:r>
              <a:rPr lang="en-GB"/>
              <a:t>basically useless)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807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1338</Words>
  <Application>Microsoft Office PowerPoint</Application>
  <PresentationFormat>Widescreen</PresentationFormat>
  <Paragraphs>139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Wingdings</vt:lpstr>
      <vt:lpstr>Office Theme</vt:lpstr>
      <vt:lpstr>ENA data submission</vt:lpstr>
      <vt:lpstr>PowerPoint Presentation</vt:lpstr>
      <vt:lpstr>Register an ENA account</vt:lpstr>
      <vt:lpstr>Register an ENA account</vt:lpstr>
      <vt:lpstr>Register an ENA account</vt:lpstr>
      <vt:lpstr>Register an ENA account</vt:lpstr>
      <vt:lpstr>Register study</vt:lpstr>
      <vt:lpstr>Register samples</vt:lpstr>
      <vt:lpstr>Register environmental samples</vt:lpstr>
      <vt:lpstr>Checklist: Tree of Life Checklist</vt:lpstr>
      <vt:lpstr>Populating the tsv</vt:lpstr>
      <vt:lpstr>Sample checklist</vt:lpstr>
      <vt:lpstr>Sample checklist: an example</vt:lpstr>
      <vt:lpstr>Formatting metadata file</vt:lpstr>
      <vt:lpstr>PowerPoint Presentation</vt:lpstr>
      <vt:lpstr>Sample report: check what samples have you registered (and a quick way to download accessions)</vt:lpstr>
      <vt:lpstr>Submit reads/data to ENA</vt:lpstr>
      <vt:lpstr>Use raw read submission as an example</vt:lpstr>
      <vt:lpstr>Raw read submission</vt:lpstr>
      <vt:lpstr>What’s MD5</vt:lpstr>
      <vt:lpstr>Where to find MD5</vt:lpstr>
      <vt:lpstr>Calculate MD5</vt:lpstr>
      <vt:lpstr>Upload files to ENA</vt:lpstr>
      <vt:lpstr>Upload files to ENA: CropDiversity</vt:lpstr>
      <vt:lpstr>What’s screen </vt:lpstr>
      <vt:lpstr>Upload files to ENA: CropDiversity</vt:lpstr>
      <vt:lpstr>Upload files to ENA: exercise </vt:lpstr>
      <vt:lpstr>Upload to ENA </vt:lpstr>
      <vt:lpstr>TAKE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Zed Chen</dc:creator>
  <cp:lastModifiedBy>Zed Chen</cp:lastModifiedBy>
  <cp:revision>1</cp:revision>
  <dcterms:created xsi:type="dcterms:W3CDTF">2026-04-17T08:48:00Z</dcterms:created>
  <dcterms:modified xsi:type="dcterms:W3CDTF">2026-04-17T11:26:20Z</dcterms:modified>
</cp:coreProperties>
</file>